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Embedded Linux Landscape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Where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Yocto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fits in the ecosystem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9389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1.  The embedded Linux problem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2. 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Buildroot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vs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lang="en-IN" sz="2000" dirty="0">
                <a:solidFill>
                  <a:srgbClr val="333333"/>
                </a:solidFill>
                <a:latin typeface="Calibri"/>
              </a:rPr>
              <a:t>: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lang="en-IN" sz="2000" dirty="0">
                <a:solidFill>
                  <a:srgbClr val="333333"/>
                </a:solidFill>
                <a:latin typeface="Calibri"/>
              </a:rPr>
              <a:t>T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he two main contenders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3.  When to pick which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4.  Cross-compilation fundamentals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5.  Toolchain,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sysroot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, ABI, target triples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The Embedded Linux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Why we can't just 'apt install' our way to an embedded device.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8882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Desktop Linux assumes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Lots of RAM, lots of disk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A package manager with network access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Generic x86_64 hardware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Someone is sitting at a keyboard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663399"/>
                </a:solidFill>
                <a:latin typeface="Calibri"/>
              </a:rPr>
              <a:t>Embedded Linux reality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Tight resources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256 MB RAM, 1 GB flash is common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Custom hardware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ARM SoC, specific peripherals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Headless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no keyboard, often no display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Cross-compiled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build on x86, run on ARM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Customer-shipped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must be reproducible, supportable for years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So we need a build system that handles all of this end to end. That's where </a:t>
            </a:r>
            <a:r>
              <a:rPr b="1" i="0" dirty="0" err="1">
                <a:solidFill>
                  <a:srgbClr val="663399"/>
                </a:solidFill>
                <a:latin typeface="Calibri"/>
              </a:rPr>
              <a:t>Buildroot</a:t>
            </a:r>
            <a:r>
              <a:rPr b="1" i="0" dirty="0">
                <a:solidFill>
                  <a:srgbClr val="663399"/>
                </a:solidFill>
                <a:latin typeface="Calibri"/>
              </a:rPr>
              <a:t> and </a:t>
            </a:r>
            <a:r>
              <a:rPr b="1" i="0" dirty="0" err="1">
                <a:solidFill>
                  <a:srgbClr val="663399"/>
                </a:solidFill>
                <a:latin typeface="Calibri"/>
              </a:rPr>
              <a:t>Yocto</a:t>
            </a:r>
            <a:r>
              <a:rPr b="1" i="0" dirty="0">
                <a:solidFill>
                  <a:srgbClr val="663399"/>
                </a:solidFill>
                <a:latin typeface="Calibri"/>
              </a:rPr>
              <a:t> come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Buildroot</a:t>
            </a:r>
            <a:r>
              <a:rPr sz="3200" b="1" dirty="0">
                <a:latin typeface="Calibri"/>
              </a:rPr>
              <a:t> vs </a:t>
            </a:r>
            <a:r>
              <a:rPr sz="3200" b="1" dirty="0" err="1">
                <a:latin typeface="Calibri"/>
              </a:rPr>
              <a:t>Yocto</a:t>
            </a:r>
            <a:endParaRPr sz="3200" b="1" dirty="0"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Both are popular. They make different trade-offs.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Buildroot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55994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Philosophy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Make + Kconfig. Simple. Linear.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Strengths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Easy to learn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Faster first build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Small images out of the box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Good for one product, one team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Limits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No layering / per-vendor reuse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Hard to scale across many products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Incremental builds less robust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Yocto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55994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Philosophy</a:t>
            </a:r>
          </a:p>
          <a:p>
            <a:pPr>
              <a:spcAft>
                <a:spcPts val="1000"/>
              </a:spcAft>
            </a:pPr>
            <a:r>
              <a:rPr sz="1600" b="0" i="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+ layered metadata. Powerful. Steep.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Strengths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Layers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vendor BSP + your product + community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sstate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cache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fast incremental builds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SBOM, license, CVE tooling built in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Industry standard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Limits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Steeper learning curve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Larger disk and RAM needs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Slower first build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When To Pick Which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Match the tool to the problem, not the fashion.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Pick Buildroot 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244682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One product, one team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Short product lifetime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Image size is the dominant constraint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Team has no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experience and timeline is tight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Hobbyist / prototype work</a:t>
            </a:r>
          </a:p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CC0066"/>
                </a:solidFill>
                <a:latin typeface="Calibri"/>
              </a:rPr>
              <a:t>Real example</a:t>
            </a:r>
          </a:p>
          <a:p>
            <a:pPr>
              <a:spcAft>
                <a:spcPts val="400"/>
              </a:spcAft>
            </a:pPr>
            <a:r>
              <a:rPr sz="1600" b="0" i="1" dirty="0">
                <a:solidFill>
                  <a:srgbClr val="333333"/>
                </a:solidFill>
                <a:latin typeface="Calibri"/>
              </a:rPr>
              <a:t>A simple sensor node with one MCU running Linux, sold in low volume.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Pick Yocto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244682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Multiple products sharing a code base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5+ year product lifetime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Compliance pressure (license, CVE, SBOM)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Vendor ships a BSP as a meta-layer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Need to support multiple hardware variants</a:t>
            </a:r>
          </a:p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663399"/>
                </a:solidFill>
                <a:latin typeface="Calibri"/>
              </a:rPr>
              <a:t>Real example</a:t>
            </a:r>
          </a:p>
          <a:p>
            <a:pPr>
              <a:spcAft>
                <a:spcPts val="400"/>
              </a:spcAft>
            </a:pPr>
            <a:r>
              <a:rPr sz="1600" b="0" i="1" dirty="0">
                <a:solidFill>
                  <a:srgbClr val="333333"/>
                </a:solidFill>
                <a:latin typeface="Calibri"/>
              </a:rPr>
              <a:t>A medical device family </a:t>
            </a:r>
            <a:r>
              <a:rPr lang="en-IN" sz="1600" b="0" i="1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one base image, three hardware variants, 10-year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Cross-Compilation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Build on one machine, run on another. The standard for embedded.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00595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Host vs target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Host = your build machine (typically x86_64 Linux)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Target = the device you're building for (typically ARM)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What a cross-toolchain provides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Cross-compiler  (e.g., arm-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linux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gnueabihf-gcc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Cross-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binutils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 (as,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ld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objdump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for the target)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Target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sysroot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libraries and headers the target will use</a:t>
            </a:r>
          </a:p>
          <a:p>
            <a:pPr>
              <a:spcAft>
                <a:spcPts val="400"/>
              </a:spcAft>
            </a:pPr>
            <a:r>
              <a:rPr sz="2000" b="1" i="0" dirty="0" err="1">
                <a:solidFill>
                  <a:srgbClr val="663399"/>
                </a:solidFill>
                <a:latin typeface="Calibri"/>
              </a:rPr>
              <a:t>Yocto</a:t>
            </a:r>
            <a:r>
              <a:rPr sz="2000" b="1" i="0" dirty="0">
                <a:solidFill>
                  <a:srgbClr val="663399"/>
                </a:solidFill>
                <a:latin typeface="Calibri"/>
              </a:rPr>
              <a:t> generates the toolchain for you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You don't install one separately.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builds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gcc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binutils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glibc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against your target's spec, fresh every time it changes.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Triples and ABIs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Calibri"/>
              </a:rPr>
              <a:t>How toolchains identify which target they're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3855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A target triple has 3 or 4 parts:  arch-vendor-os-abi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10515600" cy="3200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73152" cy="32004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241280" cy="30469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Common triples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x86_64-linux-gnu              # 64-bit x86 desktop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aarch64-linux-gnu             # 64-bit ARM (most modern SoCs)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arm-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linux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gnueabi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            # 32-bit ARM, soft-float ABI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arm-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linux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gnueabihf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          # 32-bit ARM, hard-float ABI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armv7-linux-musleabihf        # 32-bit ARMv7,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musl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libc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, hard-float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What the parts mean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arch    = CPU family + sometimes version (armv7, aarch64)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vendor  = often omitted or '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linux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'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os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      =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linux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none, mingw32, ...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abi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     = gnu (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glibc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),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gnueabihf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musl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669280"/>
            <a:ext cx="1051560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600" b="1" dirty="0">
                <a:solidFill>
                  <a:srgbClr val="663399"/>
                </a:solidFill>
                <a:latin typeface="Calibri"/>
              </a:rPr>
              <a:t>Mixing ABIs is the #1 source of weird linker errors. armv7-eabi binaries don't run on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eabihf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 systems and vice versa.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Embedded Linux needs a real build system, not apt-install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Cross-compile, fit constraints, ship a fixed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Buildroot is simpler; Yocto is more powerful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Pick based on product lifetime, team size, compliance needs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Yocto wins when you have multiple products or long lifetimes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Layering + sstate + compliance tools pay off at scale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Cross-compilation = build on host, run on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Yocto handles toolchain generation for you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Target triples identify the binary ABI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Mixing them quietly causes the strangest bugs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600"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Architecture </a:t>
            </a:r>
            <a:r>
              <a:rPr lang="en-IN" sz="1600">
                <a:solidFill>
                  <a:srgbClr val="333333"/>
                </a:solidFill>
                <a:latin typeface="Calibri"/>
              </a:rPr>
              <a:t>-</a:t>
            </a:r>
            <a:r>
              <a:rPr sz="1600">
                <a:solidFill>
                  <a:srgbClr val="333333"/>
                </a:solidFill>
                <a:latin typeface="Calibri"/>
              </a:rPr>
              <a:t> </a:t>
            </a:r>
            <a:r>
              <a:rPr sz="1600" dirty="0">
                <a:solidFill>
                  <a:srgbClr val="333333"/>
                </a:solidFill>
                <a:latin typeface="Calibri"/>
              </a:rPr>
              <a:t>Poky,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dirty="0">
                <a:solidFill>
                  <a:srgbClr val="333333"/>
                </a:solidFill>
                <a:latin typeface="Calibri"/>
              </a:rPr>
              <a:t>, recipes, layers,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sstate</a:t>
            </a:r>
            <a:endParaRPr sz="160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774</Words>
  <Application>Microsoft Office PowerPoint</Application>
  <PresentationFormat>Widescreen</PresentationFormat>
  <Paragraphs>111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Embedded Linux Landscape</vt:lpstr>
      <vt:lpstr>Session Agenda</vt:lpstr>
      <vt:lpstr>The Embedded Linux Problem</vt:lpstr>
      <vt:lpstr>Buildroot vs Yocto</vt:lpstr>
      <vt:lpstr>When To Pick Which</vt:lpstr>
      <vt:lpstr>Cross-Compilation Fundamentals</vt:lpstr>
      <vt:lpstr>Triples and ABIs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689</cp:revision>
  <dcterms:created xsi:type="dcterms:W3CDTF">2013-11-03T09:32:00Z</dcterms:created>
  <dcterms:modified xsi:type="dcterms:W3CDTF">2026-06-08T14:15:25Z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