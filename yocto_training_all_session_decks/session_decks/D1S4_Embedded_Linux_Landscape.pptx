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Embedded Linux Landscape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1 • Session 4 • 30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Where Yocto fits in the ecosystem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The embedded Linux problem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Buildroot vs Yocto — the two main contenders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When to pick which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Cross-compilation fundamentals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Toolchain, sysroot, ABI, target triples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The Embedded Linux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Why we can't just 'apt install' our way to an embedded device.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Desktop Linux assumes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Lots of RAM, lots of disk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A package manager with network access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Generic x86_64 hardware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Someone is sitting at a keyboard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Embedded Linux reality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Tight resources — 256 MB RAM, 1 GB flash is common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Custom hardware — ARM SoC, specific peripherals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Headless — no keyboard, often no display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Cross-compiled — build on x86, run on ARM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Customer-shipped — must be reproducible, supportable for years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663399"/>
                </a:solidFill>
                <a:latin typeface="Calibri"/>
              </a:rPr>
              <a:t>So we need a build system that handles all of this end to end. That's where Buildroot and Yocto come 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Buildroot vs Yocto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Both are popular. They make different trade-offs.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5720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Buildroot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CC0066"/>
                </a:solidFill>
                <a:latin typeface="Calibri"/>
              </a:rPr>
              <a:t>Philosophy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Make + Kconfig. Simple. Linear.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CC0066"/>
                </a:solidFill>
                <a:latin typeface="Calibri"/>
              </a:rPr>
              <a:t>Strengths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Easy to learn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Faster first build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Small images out of the box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Good for one product, one team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CC0066"/>
                </a:solidFill>
                <a:latin typeface="Calibri"/>
              </a:rPr>
              <a:t>Limits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No layering / per-vendor reuse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Hard to scale across many products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Incremental builds less robust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5720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Yocto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663399"/>
                </a:solidFill>
                <a:latin typeface="Calibri"/>
              </a:rPr>
              <a:t>Philosophy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BitBake + layered metadata. Powerful. Steep.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663399"/>
                </a:solidFill>
                <a:latin typeface="Calibri"/>
              </a:rPr>
              <a:t>Strengths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Layers — vendor BSP + your product + community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sstate cache — fast incremental builds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SBOM, license, CVE tooling built in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Industry standard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663399"/>
                </a:solidFill>
                <a:latin typeface="Calibri"/>
              </a:rPr>
              <a:t>Limits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Steeper learning curve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Larger disk and RAM needs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Slower first build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When To Pick Which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Match the tool to the problem, not the fashion.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5720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Pick Buildroot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One product, one team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Short product lifetime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Image size is the dominant constraint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Team has no Yocto experience and timeline is tight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Hobbyist / prototype work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Real example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333333"/>
                </a:solidFill>
                <a:latin typeface="Calibri"/>
              </a:rPr>
              <a:t>A simple sensor node with one MCU running Linux, sold in low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5720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Pick Yocto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Multiple products sharing a code base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5+ year product lifetime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Compliance pressure (license, CVE, SBOM)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Vendor ships a BSP as a meta-layer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Need to support multiple hardware variants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Real example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333333"/>
                </a:solidFill>
                <a:latin typeface="Calibri"/>
              </a:rPr>
              <a:t>A medical device family — one base image, three hardware variants, 10-year support.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Cross-Compilation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Build on one machine, run on another. The standard for embedded.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Host vs target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Host = your build machine (typically x86_64 Linux)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Target = the device you're building for (typically ARM)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What a cross-toolchain provides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Cross-compiler  (e.g., arm-linux-gnueabihf-gcc)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Cross-binutils  (as, ld, objdump for the target)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Target sysroot — libraries and headers the target will use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Yocto generates the toolchain for you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You don't install one separately. Yocto builds gcc + binutils + glibc against your target's spec, fresh every time it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Triples and ABIs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How toolchains identify which target they're for.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663399"/>
                </a:solidFill>
                <a:latin typeface="Calibri"/>
              </a:rPr>
              <a:t>A target triple has 3 or 4 parts:  arch-vendor-os-abi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105156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73152" cy="32004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24128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Common triples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x86_64-linux-gnu              # 64-bit x86 desktop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aarch64-linux-gnu             # 64-bit ARM (most modern SoCs)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arm-linux-gnueabi             # 32-bit ARM, soft-float ABI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arm-linux-gnueabihf           # 32-bit ARM, hard-float ABI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armv7-linux-musleabihf        # 32-bit ARMv7, musl libc, hard-float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What the parts mean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arch    = CPU family + sometimes version (armv7, aarch64)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vendor  = often omitted or 'linux'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os      = linux, none, mingw32, ...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abi     = gnu (glibc), gnueabihf, musl,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669280"/>
            <a:ext cx="1051560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300" b="1">
                <a:solidFill>
                  <a:srgbClr val="663399"/>
                </a:solidFill>
                <a:latin typeface="Calibri"/>
              </a:rPr>
              <a:t>Mixing ABIs is the #1 source of weird linker errors. armv7-eabi binaries don't run on eabihf systems and vice versa.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Embedded Linux needs a real build system, not apt-install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Cross-compile, fit constraints, ship a fixed image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Buildroot is simpler; Yocto is more powerful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Pick based on product lifetime, team size, compliance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Yocto wins when you have multiple products or long lifetimes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Layering + sstate + compliance tools pay off at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Cross-compilation = build on host, run on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Yocto handles toolchain generation for you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Target triples identify the binary ABI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Mixing them quietly causes the strangest bugs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Yocto Architecture (75 min) — Poky, BitBake, recipes, layers, sstate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