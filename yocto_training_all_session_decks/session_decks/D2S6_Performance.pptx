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  <p:sldId id="1015" r:id="rId26"/>
    <p:sldId id="1016" r:id="rId27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Performance &amp; 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2 • Session 6 • 90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sstate strategy, parallelism, hash equivalence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How sstate cache really works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Local cache vs shared mirror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Setting up a team sstate mirror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Parallelism — BB_NUMBER_THREADS, PARALLEL_MAKE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Avoiding OOM and thrashing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Hash equivalence — reusing more cache hits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Measuring what's slow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How sstate Cache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Yocto's superpower — and why builds get fast.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480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Every task has a signature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hash computed from all the inputs: source content, recipe content, config variables, dependencies' signatures.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Signature → cache lookup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Before running a task, BitBake checks SSTATE_DIR for a tarball with that signature. If found: extract, skip the task.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What changes invalidate the cache?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Source code change (different sha256)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Recipe change (any line, including comments)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Config variables the task depends 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Toolchain change (different gcc version)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Dependency's signature change (cascades)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Local Cache vs Shared Mirror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Cache one developer's work; share across a team.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Local cache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794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Setup</a:t>
            </a:r>
          </a:p>
          <a:p>
            <a:pPr>
              <a:spcAft>
                <a:spcPts val="1000"/>
              </a:spcAft>
            </a:pPr>
            <a:r>
              <a:rPr sz="1100" b="0" i="0">
                <a:solidFill>
                  <a:srgbClr val="333333"/>
                </a:solidFill>
                <a:latin typeface="Consolas"/>
              </a:rPr>
              <a:t>SSTATE_DIR = "${HOME}/yocto/sstate"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Benefit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Your rebuilds are fast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C0066"/>
                </a:solidFill>
                <a:latin typeface="Calibri"/>
              </a:rPr>
              <a:t>Limit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Only YOU benefit</a:t>
            </a:r>
          </a:p>
          <a:p>
            <a:pPr>
              <a:spcAft>
                <a:spcPts val="400"/>
              </a:spcAft>
            </a:pPr>
            <a:r>
              <a:rPr sz="1200" b="0" i="1">
                <a:solidFill>
                  <a:srgbClr val="333333"/>
                </a:solidFill>
                <a:latin typeface="Calibri"/>
              </a:rPr>
              <a:t>Your colleague rebuilds from scratch each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Shared mirror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794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Setup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333333"/>
                </a:solidFill>
                <a:latin typeface="Consolas"/>
              </a:rPr>
              <a:t>SSTATE_MIRRORS = "file://.* http://build/sstate/PATH"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Benefit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One person builds; everyone benefits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Setup cost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An HTTP server (nginx) pointing at the build server's SSTATE_DIR</a:t>
            </a:r>
          </a:p>
          <a:p>
            <a:pPr>
              <a:spcAft>
                <a:spcPts val="400"/>
              </a:spcAft>
            </a:pPr>
            <a:r>
              <a:rPr sz="1200" b="0" i="1">
                <a:solidFill>
                  <a:srgbClr val="333333"/>
                </a:solidFill>
                <a:latin typeface="Calibri"/>
              </a:rPr>
              <a:t>CI typically builds into this; devs read from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Setting Up a Shared Mirror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it looks like in practice.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1. On the build server (or shared NFS host):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 Build using SSTATE_DIR pointing to a public location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SSTATE_DIR = "/srv/yocto-sstate"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2. Serve that directory over HTTP via nginx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 /etc/nginx/conf.d/sstate.conf: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server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listen 80;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server_name build.company.local;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location /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    root /srv/yocto-sstate;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    autoindex on;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3. In every dev's local.conf: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SSTATE_MIRRORS = "file://.* http://build.company.local/PATH;downloadfilename=PATH"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Devs still have a local SSTATE_DIR; the mirror is just an extra source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Parallelism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Two knobs. Don't max them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BB_NUMBER_THREADS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How many BitBake tasks run in parallel.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Default: number of CPU cores. Lower if memory is tight.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PARALLEL_MAKE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The -j flag passed to make inside each task.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Default: same as cores. Each task uses this many threads.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The trap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If BB_NUMBER_THREADS = 8 and PARALLEL_MAKE = -j8 on an 8-core machine: you can have 64 compile threads. RAM dies.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Rule of thumb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BB_NUMBER_THREADS × PARALLEL_MAKE ≈ cores × 2 maximum.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onsolas"/>
              </a:rPr>
              <a:t>For 8 cores, 16 GB RAM:  BB_NUMBER_THREADS=4  PARALLEL_MAKE="-j 4"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Avoiding OOM and Thrashing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to watch and how to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Monitor while building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htop                  # see RAM and CPU live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vmstat 2              # swap activity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iostat -x 2           # disk pressure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Signs of trouble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Swap usage growing  → reduce parallelism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'Killed (signal 9)' → OOM killer; reduce parallelism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1-min load average &gt;&gt; core count → reduce parallelism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iowait &gt; 30% → disk is the bottleneck (use SSD)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Knobs to turn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BB_NUMBER_THREADS = "4"           # in local.conf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PARALLEL_MAKE = "-j 4"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For specific memory-hungry recipes (e.g., webkit, qt):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PARALLEL_MAKE:pn-webkitgtk = "-j 2"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Add swap (last resort)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sudo fallocate -l 8G /swapfile &amp;&amp; sudo mkswap /swapfile &amp;&amp; sudo swapon /swapfile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Hash Equivalence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An advanced sstate feature: more cache hits across cosmetic changes.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The problem hash equivalence solves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If you change a comment in a recipe, its signature changes. So does every recipe that depends on it. Cascade.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What hash equivalence does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It records: 'recipe X's source signature is S1, but its OUTPUT signature is O1'. If another change leaves O1 the same, downstream cache is still valid.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Enable it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In local.conf: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BB_SIGNATURE_HANDLER = "OEEquivHash"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BB_HASHSERVE = "auto"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Or for a team:  BB_HASHSERVE = "build.company.local:8686"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Why teams care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At scale (10+ developers, daily builds), hash equivalence cuts rebuild times by 30-50%.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Measuring What's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Don't guess. Profile.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Per-task wall time across a build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-k core-image-base 2&gt;&amp;1 | tee build.log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buildstats-summary tmp/buildstats/&lt;timestamp&gt;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10 slowest tasks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buildstats-summary tmp/buildstats/&lt;ts&gt;/ --tasks --slowest 10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Generate a visual chart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scripts/contrib/bb-perf/buildstats.py -o report.html tmp/buildstats/&lt;ts&gt;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Run a single-recipe perf test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time bitbake -c cleansstate webkitgtk &amp;&amp; time bitbake webkitgtk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Most common slow tasks: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do_compile of large packages (webkit, llvm, qt)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do_rootfs (lots of small package installs)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do_image (compression of large filesystems)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do_fetch from slow remotes (use mirrors)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sstate cache turns slow builds into fast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Every task hashed; matching hash = skip the task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Shared mirrors make sstate a team asset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One CI build benefits everyone; setup is just an HTTP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Parallelism × Make threads can OOM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BB_NUMBER_THREADS × PARALLEL_MAKE ≈ cores × 2 ceiling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Hash equivalence rescues cache from cosmetic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Worth it at any team scale; essential beyond 10 devs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Measure before you 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buildstats-summary shows the actual slow tasks; don't optimize blind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Hands-on lab (45 min) — apply Day 2 to TrainerGW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