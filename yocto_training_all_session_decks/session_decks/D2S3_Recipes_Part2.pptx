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 dirty="0">
                <a:solidFill>
                  <a:srgbClr val="FFFFFF"/>
                </a:solidFill>
                <a:latin typeface="Calibri"/>
              </a:rPr>
              <a:t>Recipes</a:t>
            </a:r>
            <a:r>
              <a:rPr lang="en-IN" sz="4400" b="1">
                <a:solidFill>
                  <a:srgbClr val="FFFFFF"/>
                </a:solidFill>
                <a:latin typeface="Calibri"/>
              </a:rPr>
              <a:t>: </a:t>
            </a:r>
            <a:r>
              <a:rPr sz="4400" b="1">
                <a:solidFill>
                  <a:srgbClr val="FFFFFF"/>
                </a:solidFill>
                <a:latin typeface="Calibri"/>
              </a:rPr>
              <a:t>Part 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Packaging and image composition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Packaging models — rpm, deb, ipk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Selection criteria for embedded products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IMAGE_FEATURES — what they actually do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Packagegroups — bundling related software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IMAGE_INSTALL patterns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Distro features vs machine features vs image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Three Packaging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Yocto can produce any of three package formats. Pick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ipk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Small embedded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271869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Origin: OpenWrt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Smallest overhead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Fast on-target install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Designed for embedded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Use when: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Most embedded products, especially when ipk feeds or opkg are involved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deb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Debian-derived prod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271869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Origin: Debian/Ubuntu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Familiar to Debian devs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Strong dependency support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Wide tooling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Use when: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Your team comes from Debian/Ubuntu and you want apt-like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rpm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Large/enterprise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271869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Origin: Red Hat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Rich metadata, signing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Default in Poky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Mature tooling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Use when: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Compliance-heavy environments, RPM-based corporate infrastructure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17220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Set in local.conf:  PACKAGE_CLASSES = "package_ipk"  (or _deb / _rpm). Default is rpm.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Selection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to actually choose between them for a real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2627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Pick ipk if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Image size matters (every MB counts)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You need fast on-target package install/update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You'll use opkg feeds for OTA package updates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Pick deb if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Your team's muscle memory is apt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You're already shipping Debian on devices and want continuity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Pick rpm if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Your infrastructure (Spacewalk, Satellite, etc.) is RPM-native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Compliance/signing matters more than size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You don't mind the overhead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Cannot decide?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Use ipk. It's the safe default for almost any embedded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IMAGE_FEATURES</a:t>
            </a:r>
            <a:br>
              <a:rPr lang="en-IN" sz="3200" b="1" dirty="0">
                <a:latin typeface="Calibri"/>
              </a:rPr>
            </a:br>
            <a:r>
              <a:rPr sz="2400" b="1" dirty="0">
                <a:latin typeface="Calibri"/>
              </a:rPr>
              <a:t>Pre-Packaged Personalities</a:t>
            </a:r>
            <a:endParaRPr sz="3200" b="1" dirty="0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Named sets of capabilities added to your image with one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03187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In your image recipe or local.conf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IMAGE_FEATURES += "debug-tweaks ssh-server-openssh package-management"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Common features: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debug-tweaks         - empty root password, easy debug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ssh-server-openssh   - run sshd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ssh-server-dropbear  - run dropbear (lighter)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tools-debug          - gdb, strace, etc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tools-sdk            - dev tools on target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x11-base             - X server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nfs-server, splash, eclipse-debug, dev-pkgs, doc-pkgs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package-management   - dnf/apt/opkg in the rootfs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IMAGE_FEATURES vs EXTRA_IMAGE_FEATURES: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IMAGE_FEATURES  → typically set in the image recipe</a:t>
            </a:r>
          </a:p>
          <a:p>
            <a:pPr>
              <a:spcAft>
                <a:spcPts val="0"/>
              </a:spcAft>
            </a:pPr>
            <a:r>
              <a:rPr sz="1600" i="1">
                <a:solidFill>
                  <a:srgbClr val="808080"/>
                </a:solidFill>
                <a:latin typeface="Consolas"/>
              </a:rPr>
              <a:t>#   EXTRA_IMAGE_FEATURES → typically set in local.conf (user-level)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 err="1">
                <a:latin typeface="Calibri"/>
              </a:rPr>
              <a:t>Packagegroups</a:t>
            </a:r>
            <a:r>
              <a:rPr lang="en-IN" sz="3200" b="1" dirty="0">
                <a:latin typeface="Calibri"/>
              </a:rPr>
              <a:t>: </a:t>
            </a:r>
            <a:r>
              <a:rPr sz="3200" b="1" dirty="0">
                <a:latin typeface="Calibri"/>
              </a:rPr>
              <a:t>Bundling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Group related software into one name; install or remove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06922"/>
            <a:ext cx="10241280" cy="452431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A </a:t>
            </a:r>
            <a:r>
              <a:rPr sz="1600" i="1" dirty="0" err="1">
                <a:solidFill>
                  <a:srgbClr val="808080"/>
                </a:solidFill>
                <a:latin typeface="Consolas"/>
              </a:rPr>
              <a:t>packagegroup</a:t>
            </a:r>
            <a:r>
              <a:rPr sz="1600" i="1" dirty="0">
                <a:solidFill>
                  <a:srgbClr val="808080"/>
                </a:solidFill>
                <a:latin typeface="Consolas"/>
              </a:rPr>
              <a:t> recipe in your layer: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  meta-trainerdemo/recipes-core/packagegroups/packagegroup-trainergw-core.bb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SUMMARY = "Core packages for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TrainerGW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image"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PACKAGE_ARCH = "${MACHINE_ARCH}"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inherit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packagegroup</a:t>
            </a:r>
            <a:endParaRPr sz="16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RDEPENDS:${PN} = "\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   nginx \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   hello-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trainergw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\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  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systemd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-analyze \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  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chrony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\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   iptables \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Use it in your image: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IMAGE_INSTALL:append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= "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packagegroup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trainergw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-core"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Distro vs Machine vs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6994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Three overlapping but distinct lists. Know which to 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462754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DISTRO_FEATURES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Distro-level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102834"/>
            <a:ext cx="3520440" cy="384048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4379" y="2194274"/>
            <a:ext cx="3337560" cy="33445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What the OS can do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Examples: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wifi, bluetooth, opengl,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x11, ipv6, alsa, pam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Set in distro conf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Affects which recipes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and PACKAGECONFIG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options are picked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540" y="1462754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MACHINE_FEATURES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Hardware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540" y="2102834"/>
            <a:ext cx="3520440" cy="384048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1980" y="2194274"/>
            <a:ext cx="3337560" cy="33445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What the board has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663399"/>
                </a:solidFill>
                <a:latin typeface="Calibri"/>
              </a:rPr>
              <a:t>Examples: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usbhost, ethernet, wifi,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bluetooth, screen, alsa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Set in machine conf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Affects what packages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make sense for this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hardware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8139" y="1462754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IMAGE_FEATURES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Image-level personality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8139" y="2102834"/>
            <a:ext cx="3520440" cy="384048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69579" y="2194274"/>
            <a:ext cx="3337560" cy="33445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What this image bundles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Examples: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debug-tweaks, tools-debug,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ssh-server-openssh,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package-management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Set in image recipe or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local.conf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Affects this image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" y="5962701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200" b="1" dirty="0">
                <a:solidFill>
                  <a:srgbClr val="663399"/>
                </a:solidFill>
                <a:latin typeface="Calibri"/>
              </a:rPr>
              <a:t>Effective features = (DISTRO_FEATURES ∩ MACHINE_FEATURES) used by recipes, plus IMAGE_FEATURES for the image.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Three packaging formats — ipk is the safe default for embedded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Switch via PACKAGE_CLASSES; affects on-target install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IMAGE_FEATURES are named bundles of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debug-tweaks, ssh-server-*, tools-debug, package-management are most-used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Packagegroups bundle related recipes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One name → many RDEPENDS → cleaner image recipes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DISTRO/MACHINE/IMAGE features are different 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Distro = OS, Machine = hardware, Image = personality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Most product images compose all four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Distro features + Machine features + Packagegroup + IMAGE_INSTALL = your image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 dirty="0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BSP and Kernel — Hardware enablement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807</Words>
  <Application>Microsoft Office PowerPoint</Application>
  <PresentationFormat>Widescreen</PresentationFormat>
  <Paragraphs>158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Recipes: Part 2</vt:lpstr>
      <vt:lpstr>Session Agenda</vt:lpstr>
      <vt:lpstr>Three Packaging Models</vt:lpstr>
      <vt:lpstr>Selection Criteria</vt:lpstr>
      <vt:lpstr>IMAGE_FEATURES Pre-Packaged Personalities</vt:lpstr>
      <vt:lpstr>Packagegroups: Bundling</vt:lpstr>
      <vt:lpstr>Distro vs Machine vs Image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694</cp:revision>
  <dcterms:created xsi:type="dcterms:W3CDTF">2013-11-03T09:32:00Z</dcterms:created>
  <dcterms:modified xsi:type="dcterms:W3CDTF">2026-06-10T01:40:13Z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