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  <p:sldId id="1014" r:id="rId25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Recipes — Part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2 • Session 3 • 60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Packaging and image composition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Packaging models — rpm, deb, ipk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Selection criteria for embedded products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IMAGE_FEATURES — what they actually do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Packagegroups — bundling related software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IMAGE_INSTALL patterns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Distro features vs machine features vs image features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Three Packaging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Yocto can produce any of three package formats. Pick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ipk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Small embedded default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Origin: OpenWrt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Pros: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Smallest overhead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Fast on-target install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Designed for embedded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Use 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Most embedded products, especially when ipk feeds or opkg are involved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deb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Debian-derived prod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Origin: Debian/Ubuntu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Pros: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Familiar to Debian devs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Strong dependency support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Wide tooling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Use 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Your team comes from Debian/Ubuntu and you want apt-like workflows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rpm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Large/enterprise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Origin: Red Hat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Pros: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Rich metadata, signing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Default in Poky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Mature tooling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Use 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Compliance-heavy environments, RPM-based corporate infrastructure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17220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wrap="square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Set in local.conf:  PACKAGE_CLASSES = "package_ipk"  (or _deb / _rpm). Default is rpm.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Selection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How to actually choose between them for a real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Pick ipk if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Image size matters (every MB counts)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You need fast on-target package install/update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You'll use opkg feeds for OTA package updates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Pick deb if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Your team's muscle memory is apt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You're already shipping Debian on devices and want continuity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Pick rpm if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Your infrastructure (Spacewalk, Satellite, etc.) is RPM-native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Compliance/signing matters more than size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You don't mind the overhead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663399"/>
                </a:solidFill>
                <a:latin typeface="Calibri"/>
              </a:rPr>
              <a:t>Cannot decide?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Use ipk. It's the safe default for almost any embedded product.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IMAGE_FEATURES — Pre-Packaged Personalities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Named sets of capabilities added to your image with one 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In your image recipe or local.conf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IMAGE_FEATURES += "debug-tweaks ssh-server-openssh package-management"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Common features: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debug-tweaks         - empty root password, easy debug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ssh-server-openssh   - run sshd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ssh-server-dropbear  - run dropbear (lighter)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tools-debug          - gdb, strace, etc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tools-sdk            - dev tools on target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x11-base             - X server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nfs-server, splash, eclipse-debug, dev-pkgs, doc-pkgs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package-management   - dnf/apt/opkg in the rootfs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IMAGE_FEATURES vs EXTRA_IMAGE_FEATURES: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IMAGE_FEATURES  → typically set in the image recipe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EXTRA_IMAGE_FEATURES → typically set in local.conf (user-level)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Packagegroups — Bundling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Group related software into one name; install or remove together.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A packagegroup recipe in your layer: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  meta-trainerdemo/recipes-core/packagegroups/packagegroup-trainergw-core.bb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SUMMARY = "Core packages for TrainerGW image"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PACKAGE_ARCH = "${MACHINE_ARCH}"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inherit packagegroup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RDEPENDS:${PN} = "\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nginx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hello-trainergw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systemd-analyze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chrony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  iptables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Use it in your image: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IMAGE_INSTALL:append = " packagegroup-trainergw-core"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Distro vs Machine vs Image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Three overlapping but distinct lists. Know which to use.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DISTRO_FEATURES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Distro-level capabilities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84048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What the OS can do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wifi, bluetooth, opengl,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x11, ipv6, alsa, pam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Set in distro conf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Affects which recipes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and PACKAGECONFIG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options are picked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MACHINE_FEATURES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Hardware capabilities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84048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What the board has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usbhost, ethernet, wifi,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bluetooth, screen, alsa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Set in machine conf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Affects what packages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make sense for this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hardware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IMAGE_FEATURES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Image-level personality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84048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What this image bundles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debug-tweaks, tools-debug,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ssh-server-openssh,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package-management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Set in image recipe or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local.conf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Affects this image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35508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wrap="square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Effective features = (DISTRO_FEATURES ∩ MACHINE_FEATURES) used by recipes, plus IMAGE_FEATURES for the image.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Three packaging formats — ipk is the safe default for embedded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Switch via PACKAGE_CLASSES; affects on-target install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IMAGE_FEATURES are named bundles of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debug-tweaks, ssh-server-*, tools-debug, package-management are most-used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Packagegroups bundle related recipes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One name → many RDEPENDS → cleaner image recipes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DISTRO/MACHINE/IMAGE features are different lists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Distro = OS, Machine = hardware, Image = personality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Most product images compose all four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Distro features + Machine features + Packagegroup + IMAGE_INSTALL = your image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BSP and Kernel — Hardware enablement (75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