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Kernel Hardening (KSPP)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3 • Session 2 • 45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Defending against entire attack classes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What KSPP is and why it exists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Categories of kernel hardening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Key CONFIG options walkthrough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Cost vs benefit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Applying the hardening fragment to TrainerGW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Module signing in 60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What KSPP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Kernel Self Protection Project — a community effort to make kernels harder to exploit.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The premise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Kernel bugs will exist. Make them harder to weaponize.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KSPP's approach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Maintain a recommended kernel config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Track which kernel versions implement which protections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Document what each option blocks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Why apply it for embedded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Devices are often unpatched for years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Physical access is often easier than for servers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Compromise is hard to detect remotely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Defense-in-depth buys you time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Reference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kspp.github.io/Recommended_Settings — the canonical 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Categories of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Kernel hardening options fall into a few broad themes.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Self-protection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Kernel guarding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STACKPROTECTOR_STRONG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FORTIFY_SOURCE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HARDENED_USERCOPY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STRICT_KERNEL_RWX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STRICT_MODULE_RWX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Blocks: stack smashing, buffer overruns, code injection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Exploit mitigation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Make attacks unreliable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RANDOMIZE_BASE (KASLR)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RANDOMIZE_MEMORY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SLAB_FREELIST_RANDOM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SHUFFLE_PAGE_ALLOCATOR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INIT_STACK_ALL_ZERO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Blocks: ROP, heap spraying, info-leak chaining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Attack surface reduction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Less for attackers to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SECURITY_DMESG_RESTRICT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SECURITY_LOCKDOWN_LSM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BUG_ON_DATA_CORRUPTION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MODULE_SIG_FORCE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Blocks: info leaks, unsigned modules, runtime root escapes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Key Options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the most important options actually defend against.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CONFIG_STACKPROTECTOR_STRONG=y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Inserts canary values on the stack; aborts if smashed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CONFIG_FORTIFY_SOURCE=y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Compile-time checks for buffer overflows in string/memory functions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CONFIG_HARDENED_USERCOPY=y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Verifies copy_to_user/copy_from_user buffer boundaries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CONFIG_RANDOMIZE_BASE=y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Kernel Address Space Layout Randomization — kernel loads at random offset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CONFIG_INIT_ON_ALLOC_DEFAULT_ON=y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CONFIG_INIT_ON_FREE_DEFAULT_ON=y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Zero memory on alloc/free — kills info leaks at small perf cost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CONFIG_SECURITY_LOCKDOWN_LSM=y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CONFIG_LOCK_DOWN_KERNEL_FORCE_INTEGRITY=y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Prevent root from modifying running kernel even with /dev/mem etc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Cost vs Benefit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Hardening is not free. Know what you pay.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5720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Boot time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KASLR + init-on-alloc add 50-200 ms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Runtime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init-on-alloc/free: 1-3% CPU overhead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STACKPROTECTOR_STRONG: 0.5-1%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FORTIFY_SOURCE: near-zero in most code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Memory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A few % more RAM for stack canaries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Kernel size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~200 KB larger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5720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Entire attack classes blocked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Stack overflows neutralized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Heap exploits unreliable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Info leaks reduced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Root → kernel privilege escalation harder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Compliance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Required by some certifications (EU CRA-leaning)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Customer confidence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'We follow KSPP' is a real selling 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Apply the Fragment to TrainerGW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Live demo — apply hardening.cfg and verify.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Create the fragment in your meta-trainerdemo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mkdir -p ../meta-trainerdemo/recipes-kernel/linux/files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cat &gt; ../meta-trainerdemo/recipes-kernel/linux/files/hardening.cfg &lt;&lt;'EOF'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CONFIG_STACKPROTECTOR_STRONG=y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CONFIG_FORTIFY_SOURCE=y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CONFIG_HARDENED_USERCOPY=y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CONFIG_RANDOMIZE_BASE=y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CONFIG_STRICT_KERNEL_RWX=y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CONFIG_STRICT_MODULE_RWX=y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CONFIG_INIT_ON_ALLOC_DEFAULT_ON=y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CONFIG_INIT_ON_FREE_DEFAULT_ON=y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CONFIG_SLAB_FREELIST_HARDENED=y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CONFIG_SLAB_FREELIST_RANDOM=y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CONFIG_SECURITY_DMESG_RESTRICT=y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CONFIG_SECURITY_LOCKDOWN_LSM=y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EOF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Wire it up via bbappend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cat &gt; ../meta-trainerdemo/recipes-kernel/linux/linux-yocto.bbappend &lt;&lt;'EOF'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FILESEXTRAPATHS:prepend := "${THISDIR}/files:"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SRC_URI += "file://hardening.cfg"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EOF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Rebuild kernel + image (sstate will handle most of it)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bitbake virtual/kernel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bitbake core-image-base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After boot, verify: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zcat /proc/config.gz | grep -E 'STACKPROTECTOR|FORTIFY|RANDOMIZE_BASE'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Module Signing — Bonus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Prevent loading of unsigned kernel modules. 60-second tour.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114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1148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Add to hardening.cfg: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CONFIG_MODULE_SIG=y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CONFIG_MODULE_SIG_FORCE=y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CONFIG_MODULE_SIG_ALL=y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CONFIG_MODULE_SIG_SHA256=y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What happens: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1. Kernel build generates a signing key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2. All in-tree modules are signed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3. Kernel refuses to load unsigned modules at runtime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Test: try to load an unsigned module on the target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modprobe random-unsigned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→ 'Required key not available'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For production: store the signing key in your build server's HSM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Never check the signing key into the repo.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200" b="1">
                <a:solidFill>
                  <a:srgbClr val="663399"/>
                </a:solidFill>
                <a:latin typeface="Calibri"/>
              </a:rPr>
              <a:t>Module signing without secure boot is partial defense. The bootloader can still load a tampered kernel. Both together = full chain of trust.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KSPP gives you a vetted hardening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Don't roll your own — apply the recommended config fragment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Three categories: self-protection, exploit mitigation, surface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Knowing which option fights which attack helps you explain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Cost is real but small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1-3% runtime, ~200 KB kernel, 50-200 ms boot — almost always worth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Apply via a config fragment, not by hand-editing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Survives kernel upgrades; reviewable; shareable across products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Module signing complements hardening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Required for FORCE_INTEGRITY lockdown; pair with secure boot for full trust chain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Device Tree Debugging (60 min)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