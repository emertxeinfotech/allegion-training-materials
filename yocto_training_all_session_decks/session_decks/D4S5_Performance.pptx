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  <p:sldId id="1010" r:id="rId21"/>
    <p:sldId id="1011" r:id="rId22"/>
    <p:sldId id="1012" r:id="rId23"/>
    <p:sldId id="1013" r:id="rId24"/>
    <p:sldId id="1014" r:id="rId25"/>
    <p:sldId id="1015" r:id="rId26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Performance on Target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4 • Session 5 • 75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Boot time, memory, CPU, 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Boot time — measure with systemd-analyze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Boot time — common levers and what each gives you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Memory footprint — free, smem, ps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CPU utilization — top, mpstat, perf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I/O bottlenecks — iotop, iostat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6.  Hands-on measurement on TrainerGW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Boot Time —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First, know what you're optimizing.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Overall boot time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systemd-analyze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Startup finished in 1.234s (kernel) + 5.678s (userspace) = 6.912s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multi-user.target reached after 5.678s in userspace.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What took longest in userspace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systemd-analyze blame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2.341s nginx.service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1.234s NetworkManager.service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0.876s systemd-journal-flush.service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...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Critical chain — what's actually blocking boot completion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systemd-analyze critical-chain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Render a visual SVG plot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systemd-analyze plot &gt; boot.svg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View on host with a browser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Kernel-side timing per initcall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Add 'initcall_debug' to bootargs in U-Boot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Then on boot: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dmesg | grep 'initcall.*took'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dmesg | awk '/initcall.*took/ {print $NF, $0}' | sort -n | tail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Boot Time — Common Levers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 each lever gives you on a typical device.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Lever 1: Disable services you don't need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systemctl disable &lt;service&gt;  — savings: 0.5–3 seconds depending on service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Lever 2: Strip kernel debug info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CONFIG_DEBUG_INFO=n, CONFIG_DEBUG_INFO_DWARF_TOOLCHAIN_DEFAULT=n — kernel ~50% smaller, ~50–100 ms faster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Lever 3: Drop initramfs if you can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Mount rootfs directly — savings: 200–500 ms (depending on initramfs size)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Lever 4: quiet boot + earlycon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bootargs += "quiet loglevel=4 earlycon"  — saves serial I/O time, 100–200 ms typical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Lever 5: Replace bash with dash for early scripts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In Yocto: VIRTUAL-RUNTIME_base-utils-syslog = "dash"; init scripts much faster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Memory Footprint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What's using your RAM, and is it justified?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Overall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free -h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              total        used        free      shared  buff/cache   available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Mem:          992Mi       240Mi       450Mi       2.0Mi       302Mi       700Mi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Per-process (sorted by RSS)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ps aux --sort=-rss | head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Same but more accurate — accounts for shared pages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smem -k -s pss -r | head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  PID User     Command                         Swap      USS      PSS      RSS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 1234 root     /usr/bin/python3 my_daemon         0    15.4M    18.2M    25.6M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Kernel memory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cat /proc/meminfo | grep -E '^(MemTotal|MemFree|Slab|KernelStack|PageTables)'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What's allocating most slab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cat /proc/slabinfo | sort -k 3 -nr | head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CPU Utilization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Find what's actually using your cores.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Live, sorted by CPU%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top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Press 'P' to sort by CPU, '1' to see per-core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Per-process, no UI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ps aux --sort=-%cpu | head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Per-core utilization (need sysstat package)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mpstat -P ALL 2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What's actually waiting on what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vmstat 2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Look at 'r' (runnable) and 'b' (blocked) columns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Profile a specific process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perf top -p &lt;pid&gt;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perf record -p &lt;pid&gt; -g sleep 10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perf report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What syscalls are slow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strace -c -p &lt;pid&gt;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Press Ctrl-C; see syscall summary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I/O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Disk I/O is often the hidden killer on embedded.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Per-process I/O activity (sysstat or iotop)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iotop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Press 'o' to show only processes currently doing I/O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iotop -a -d 5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Device-level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iostat -x 2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               rkB/s    wkB/s     await  %util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mmcblk0p2       0.50    25.4      8.20   45.2%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Open files per process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lsof -p &lt;pid&gt; | head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Filesystem-level — what's slow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filetop                       # (if bpftrace/perf-tools installed)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Common I/O issues on embedded: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- Frequent fsync calls (sqlite default) — batch them or use WAL mode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- Lots of small writes to same dir — block-level pressure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- readahead too aggressive on flash — tune in /sys/block/.../queue/read_ahead_kb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Hands-On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Apply the tools to TrainerGW. Find one thing to fix.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Boot TrainerGW and run the lab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1. Measure boot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systemd-analyze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systemd-analyze blame | head -10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systemd-analyze critical-chain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2. Identify the slowest service. Investigate why.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systemctl status &lt;slow-service&gt;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journalctl -u &lt;slow-service&gt;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3. Memory snapshot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free -h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ps aux --sort=-rss | head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4. CPU under load — generate some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yes &gt; /dev/null &amp;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yes &gt; /dev/null &amp;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top  # observe; pkill yes when done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5. I/O test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dd if=/dev/zero of=/tmp/iotest bs=1M count=100 conv=fdatasync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iostat -x 2 5 &amp;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dd if=/dev/zero of=/tmp/iotest bs=1M count=100 conv=fdatasync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6. Optional: apply one optimization and re-measure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3399"/>
                </a:solidFill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systemd-analyze is the start of boot-time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Overall, blame, critical-chain, plot — four commands cover most of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Five common boot-time levers give cumulative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Disable services, strip kernel debug, drop initramfs, quiet boot, dash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Memory: free + smem give different but useful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Use smem for accurate per-process accounting (PSS vs RSS)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CPU profiling = top + perf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top tells you who; perf tells you what they're doing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I/O is often the hidden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iotop + iostat to find culprits; usually fsync-heavy apps or SD card stalls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400" b="1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>
                <a:solidFill>
                  <a:srgbClr val="333333"/>
                </a:solidFill>
                <a:latin typeface="Calibri"/>
              </a:rPr>
              <a:t>Updating and Maintaining Devices (45 min)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