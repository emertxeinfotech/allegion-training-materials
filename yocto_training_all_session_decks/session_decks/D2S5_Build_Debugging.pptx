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  <p:sldId id="1015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>
        <p:scale>
          <a:sx n="65" d="100"/>
          <a:sy n="65" d="100"/>
        </p:scale>
        <p:origin x="640" y="68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Build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Diagnosing failures fast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The five places builds fail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Reading task logs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Reproducing a single task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Inspecting WORKDIR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Patch workflows that don't break on rebase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When to clean and when to retry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Where Builds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Five places, in roughly increasing complexity.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" y="2103120"/>
            <a:ext cx="2249424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Source download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4620" y="2103120"/>
            <a:ext cx="2249424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4620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Apply patches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9764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9764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autotools/cmake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4907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Compile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4907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Actual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0051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0051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QA + packaging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19133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CC0066"/>
                </a:solidFill>
                <a:latin typeface="Calibri"/>
              </a:rPr>
              <a:t>Frequency in real life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Fetch: very common — network, mirrors, moved URLs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Patch: common after kernel/lib version bumps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Configure: less common — usually upstream issue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Compile: common — toolchain or version skew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Package: very common — QA warnings about FILES, debug splits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Reading Task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Every task writes a log. Know where to find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114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1148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3239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When a task fails, the log path is printed: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ERROR: Logfile of failure stored in: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tmp/work/.../mypackage/.../temp/log.do_compile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Open it directly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less tmp/work/core2-64-poky-linux/busybox/1.36*/temp/log.do_compile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Useful files in the temp/ directory: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log.do_compile          - what we saw on stdout/stderr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log.do_compile.&lt;PID&gt;    - actual run, older copies kept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run.do_compile          - the shell function that was executed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run.do_compile.&lt;PID&gt;    - older copies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Bonus: tail logs as they happen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tail -F tmp/work/.../temp/log.do_compile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Read the run.do_* file — it's the actual shell function. Often the bug is obvious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Reproducing a Single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Don't rebuild from scratch — just re-run the failing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18576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Re-run a specific task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 -c compile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Force re-run even if already done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 -c compile -f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Drop into a shell with the exact build environment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 -c devshell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Inside the devshell: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- You're in WORKDIR with the source unpacked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- All toolchain vars are set (CC, CXX, AR, etc.)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- You can run make, gcc, configure manually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Re-run just the install step (and only that)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 -c install -f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Clean state for one recipe before retry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 -c cleansstate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bitbake busybox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Inspecting WORKDIR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The temporary directory where each recipe builds.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5243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WORKDIR layout for a recipe (example: busybox)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tmp/work/core2-64-poky-linux/busybox/1.36.1-r0/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busybox-1.36.1/    # unpacked source (= ${S})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build/             # build directory (= ${B}, for autotools)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image/             # what will be packaged (= ${D})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packages-split/    # post do_package, split by package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temp/              # logs and run scripts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│   ├── log.do_compile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│   ├── log.do_install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│   ├── run.do_compile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│   └── ...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recipe-sysroot/    # what this recipe sees as / for cross-compiling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└── recipe-sysroot-native/  # host tools available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Key variables: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S — source dir, default ${WORKDIR}/${BPN}-${PV}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B — build dir, default = S unless inherit autotools-with-bld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D — destination dir for do_install, fake 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Patch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to maintain patches that survive upstream version bumps.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Generate patches from a git tree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Use 'git format-patch -1 HEAD' upstream. Place in recipe's files/ directory.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Keep patches small and named in order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0001-fix-musl-build.patch, 0002-add-feature-x.patch, 0003-...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When a patch stops applying after upstream rebase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Drop into devshell:  bitbake mypackage -c devshell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Apply patch by hand, fix conflicts:  git apply --3way file.patch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Commit, then  git format-patch  to regenerate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Replace file in recipe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Upstream when you can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A patch upstreamed disappears from your layer at the next release. That's the dream.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When to Clean, When to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Quick heuristic for what to do when a build fails.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Just retry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Symptom</a:t>
            </a:r>
          </a:p>
          <a:p>
            <a:pPr>
              <a:spcAft>
                <a:spcPts val="800"/>
              </a:spcAft>
            </a:pPr>
            <a:r>
              <a:rPr b="0" i="0">
                <a:solidFill>
                  <a:srgbClr val="333333"/>
                </a:solidFill>
                <a:latin typeface="Calibri"/>
              </a:rPr>
              <a:t>Network blip, mirror timeout, transient I/O error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Action</a:t>
            </a:r>
          </a:p>
          <a:p>
            <a:pPr>
              <a:spcAft>
                <a:spcPts val="800"/>
              </a:spcAft>
            </a:pPr>
            <a:r>
              <a:rPr b="0" i="0">
                <a:solidFill>
                  <a:srgbClr val="333333"/>
                </a:solidFill>
                <a:latin typeface="Consolas"/>
              </a:rPr>
              <a:t>bitbake &lt;target&gt;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333333"/>
                </a:solidFill>
                <a:latin typeface="Calibri"/>
              </a:rPr>
              <a:t>BitBake resumes from the failed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Clean and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23596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Symptom</a:t>
            </a:r>
          </a:p>
          <a:p>
            <a:pPr>
              <a:spcAft>
                <a:spcPts val="800"/>
              </a:spcAft>
            </a:pPr>
            <a:r>
              <a:rPr b="0" i="0">
                <a:solidFill>
                  <a:srgbClr val="333333"/>
                </a:solidFill>
                <a:latin typeface="Calibri"/>
              </a:rPr>
              <a:t>Repeated same failure, corrupted state, weird linker errors after a config change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Action</a:t>
            </a:r>
          </a:p>
          <a:p>
            <a:pPr>
              <a:spcAft>
                <a:spcPts val="400"/>
              </a:spcAft>
            </a:pPr>
            <a:r>
              <a:rPr b="0" i="0">
                <a:solidFill>
                  <a:srgbClr val="333333"/>
                </a:solidFill>
                <a:latin typeface="Consolas"/>
              </a:rPr>
              <a:t>bitbake mypkg -c cleansstate</a:t>
            </a:r>
          </a:p>
          <a:p>
            <a:pPr>
              <a:spcAft>
                <a:spcPts val="800"/>
              </a:spcAft>
            </a:pPr>
            <a:r>
              <a:rPr b="0" i="0">
                <a:solidFill>
                  <a:srgbClr val="333333"/>
                </a:solidFill>
                <a:latin typeface="Consolas"/>
              </a:rPr>
              <a:t>bitbake mypkg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333333"/>
                </a:solidFill>
                <a:latin typeface="Calibri"/>
              </a:rPr>
              <a:t>Forces full rebuild of this recipe; sstate is dropped.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200" b="1" dirty="0">
                <a:solidFill>
                  <a:srgbClr val="663399"/>
                </a:solidFill>
                <a:latin typeface="Calibri"/>
              </a:rPr>
              <a:t>Avoid 'rm -rf </a:t>
            </a:r>
            <a:r>
              <a:rPr sz="1200" b="1" dirty="0" err="1">
                <a:solidFill>
                  <a:srgbClr val="663399"/>
                </a:solidFill>
                <a:latin typeface="Calibri"/>
              </a:rPr>
              <a:t>tmp</a:t>
            </a:r>
            <a:r>
              <a:rPr sz="1200" b="1" dirty="0">
                <a:solidFill>
                  <a:srgbClr val="663399"/>
                </a:solidFill>
                <a:latin typeface="Calibri"/>
              </a:rPr>
              <a:t>' as a debug strategy </a:t>
            </a:r>
            <a:r>
              <a:rPr lang="en-IN" sz="1200" b="1" dirty="0">
                <a:solidFill>
                  <a:srgbClr val="663399"/>
                </a:solidFill>
                <a:latin typeface="Calibri"/>
              </a:rPr>
              <a:t>: </a:t>
            </a:r>
            <a:r>
              <a:rPr sz="1200" b="1" dirty="0">
                <a:solidFill>
                  <a:srgbClr val="663399"/>
                </a:solidFill>
                <a:latin typeface="Calibri"/>
              </a:rPr>
              <a:t>it works but throws away hours of cached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Five failure points: fetch, patch, configure, compile,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Most-frequent are fetch and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Read the right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log.do_&lt;task&gt; for output, run.do_&lt;task&gt; for the shell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Reproduce, don't restart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bitbake -c &lt;task&gt; -f re-runs the exact failing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WORKDIR has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S, B, D, recipe-sysroot, temp — explore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Clean is a hammer; retry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cleansstate when state is corrupted; otherwise just bitbake again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Performance &amp; Scalability</a:t>
            </a:r>
            <a:r>
              <a:rPr lang="en-IN" sz="1400" dirty="0">
                <a:solidFill>
                  <a:srgbClr val="333333"/>
                </a:solidFill>
                <a:latin typeface="Calibri"/>
              </a:rPr>
              <a:t>: s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sstate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strategy at scale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951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Build Debugging</vt:lpstr>
      <vt:lpstr>Session Agenda</vt:lpstr>
      <vt:lpstr>Where Builds Fail</vt:lpstr>
      <vt:lpstr>Reading Task Logs</vt:lpstr>
      <vt:lpstr>Reproducing a Single Task</vt:lpstr>
      <vt:lpstr>Inspecting WORKDIR</vt:lpstr>
      <vt:lpstr>Patch Workflows</vt:lpstr>
      <vt:lpstr>When to Clean, When to Retry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689</cp:revision>
  <dcterms:created xsi:type="dcterms:W3CDTF">2013-11-03T09:32:00Z</dcterms:created>
  <dcterms:modified xsi:type="dcterms:W3CDTF">2026-06-10T01:54:50Z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