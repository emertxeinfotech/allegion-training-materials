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18"/>
    <p:sldId id="1008" r:id="rId19"/>
    <p:sldId id="1009" r:id="rId20"/>
    <p:sldId id="1010" r:id="rId21"/>
    <p:sldId id="1011" r:id="rId22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92" d="100"/>
          <a:sy n="92" d="100"/>
        </p:scale>
        <p:origin x="1110" y="306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emf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Day 1 Recap &amp; Day 2 Preview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i="1">
                <a:solidFill>
                  <a:srgbClr val="FFFFFF"/>
                </a:solidFill>
                <a:latin typeface="Calibri"/>
              </a:rPr>
              <a:t>Day 1 • Session 8 • 15 minutes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What you learned, what's next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What you accomplished today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Concept map — how today's pieces fit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Day 2 preview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Tonight's optional reading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Today's Accomplishments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every participant should have done by now.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Linux fundamentals refreshed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Filesystem, processes, systemd, networking, troubleshooting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Yocto's place in the landscape clarified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Buildroot vs Yocto, cross-compile fundamentals, target triples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Mental model of Yocto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Poky, OE-Core, BitBake, layers, recipes, tasks, sstate, MACHINE/DISTRO/IMAGE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BitBake internals understood at usage depth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Parse-plan-execute, variable operators, overrides, config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First custom Yocto image built and booted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meta-trainerdemo, hello-trainergw, IMAGE_INSTALL — pattern memorized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Day 2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we'll cover tomorrow.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Morning: Recipe internals + the build pipeline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Recipe anatomy in depth — SRC_URI, do_install, FILES, RDEPENDS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Packaging models — rpm, deb, ipk — when each fits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IMAGE_FEATURES, packagegroups, image composition patterns</a:t>
            </a:r>
          </a:p>
          <a:p>
            <a:pPr>
              <a:spcAft>
                <a:spcPts val="12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BSP and hardware enablement (moved from Day 3 morning)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Afternoon: Debugging + Performance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Where builds fail and how to diagnose each layer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Patch workflows for long-term maintainability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sstate strategy at scale — local vs shared mirrors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Parallelism tuning, hash equivalence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Hands-on lab applying all of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Tonight's Optional 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If you want to deepen what we covered today.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CC0066"/>
                </a:solidFill>
                <a:latin typeface="Calibri"/>
              </a:rPr>
              <a:t>Yocto Project Overview Manual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663399"/>
                </a:solidFill>
                <a:latin typeface="Consolas"/>
              </a:rPr>
              <a:t>docs.yoctoproject.org/scarthgap/overview-manual/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CC0066"/>
                </a:solidFill>
                <a:latin typeface="Calibri"/>
              </a:rPr>
              <a:t>BitBake User Manual — chapters 1-3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663399"/>
                </a:solidFill>
                <a:latin typeface="Consolas"/>
              </a:rPr>
              <a:t>docs.yoctoproject.org/scarthgap/bitbake/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CC0066"/>
                </a:solidFill>
                <a:latin typeface="Calibri"/>
              </a:rPr>
              <a:t>Bootlin Yocto training slides (free)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663399"/>
                </a:solidFill>
                <a:latin typeface="Consolas"/>
              </a:rPr>
              <a:t>bootlin.com/doc/training/yocto/</a:t>
            </a:r>
          </a:p>
          <a:p>
            <a:pPr>
              <a:spcAft>
                <a:spcPts val="400"/>
              </a:spcAft>
            </a:pPr>
            <a:r>
              <a:rPr sz="1300" b="0" i="1">
                <a:solidFill>
                  <a:srgbClr val="666666"/>
                </a:solidFill>
                <a:latin typeface="Calibri"/>
              </a:rPr>
              <a:t>None of these are mandatory — but reading any of them tonight makes Day 2 stick better.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852160"/>
            <a:ext cx="10515600" cy="45720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wrap="square"/>
          <a:lstStyle/>
          <a:p>
            <a:pPr algn="l"/>
            <a:r>
              <a:rPr sz="1400" b="1">
                <a:solidFill>
                  <a:srgbClr val="663399"/>
                </a:solidFill>
                <a:latin typeface="Calibri"/>
              </a:rPr>
              <a:t>Get a good night's sleep — Day 2 is the densest day of the course.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88</Words>
  <Application>Microsoft Office PowerPoint</Application>
  <PresentationFormat>Widescreen</PresentationFormat>
  <Paragraphs>16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Trebuchet MS</vt:lpstr>
      <vt:lpstr>Wingdings</vt:lpstr>
      <vt:lpstr>Office Theme</vt:lpstr>
      <vt:lpstr>Main Title &amp; Subtitle </vt:lpstr>
      <vt:lpstr>Agenda Slide</vt:lpstr>
      <vt:lpstr>Subsection - Slide</vt:lpstr>
      <vt:lpstr>Slide Title</vt:lpstr>
      <vt:lpstr>Stay connected</vt:lpstr>
      <vt:lpstr>PowerPoint Presentation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Jayakumar Balasubramanian</cp:lastModifiedBy>
  <cp:revision>686</cp:revision>
  <dcterms:created xsi:type="dcterms:W3CDTF">2013-11-03T09:32:00Z</dcterms:created>
  <dcterms:modified xsi:type="dcterms:W3CDTF">2025-07-13T07:41:11Z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