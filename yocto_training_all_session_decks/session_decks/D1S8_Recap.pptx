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1007" r:id="rId2"/>
    <p:sldId id="1008" r:id="rId3"/>
    <p:sldId id="1009" r:id="rId4"/>
    <p:sldId id="1010" r:id="rId5"/>
    <p:sldId id="1011" r:id="rId6"/>
  </p:sldIdLst>
  <p:sldSz cx="12192000" cy="6858000"/>
  <p:notesSz cx="6858000" cy="9144000"/>
  <p:custDataLst>
    <p:tags r:id="rId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6" userDrawn="1">
          <p15:clr>
            <a:srgbClr val="A4A3A4"/>
          </p15:clr>
        </p15:guide>
        <p15:guide id="2" pos="38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MERTXE 22" initials="E2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DB0962"/>
    <a:srgbClr val="FF6D22"/>
    <a:srgbClr val="666666"/>
    <a:srgbClr val="FF0B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45FCDF-5EA3-4692-8140-15C12CE6C035}" v="83" dt="2025-07-13T07:41:10.800"/>
    <p1510:client id="{A96DC3B8-9715-466A-AD68-DF29DC579D96}" v="731" dt="2025-07-12T08:44:06.2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32" autoAdjust="0"/>
    <p:restoredTop sz="93554" autoAdjust="0"/>
  </p:normalViewPr>
  <p:slideViewPr>
    <p:cSldViewPr snapToGrid="0" snapToObjects="1" showGuides="1">
      <p:cViewPr>
        <p:scale>
          <a:sx n="65" d="100"/>
          <a:sy n="65" d="100"/>
        </p:scale>
        <p:origin x="640" y="52"/>
      </p:cViewPr>
      <p:guideLst>
        <p:guide orient="horz" pos="2066"/>
        <p:guide pos="387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1992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tags" Target="tags/tag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yakumar Balasubramanian" userId="8583fe483b3fec00" providerId="LiveId" clId="{A96DC3B8-9715-466A-AD68-DF29DC579D96}"/>
    <pc:docChg chg="undo custSel addSld delSld modSld sldOrd">
      <pc:chgData name="Jayakumar Balasubramanian" userId="8583fe483b3fec00" providerId="LiveId" clId="{A96DC3B8-9715-466A-AD68-DF29DC579D96}" dt="2025-07-12T15:10:56.144" v="2562" actId="6549"/>
      <pc:docMkLst>
        <pc:docMk/>
      </pc:docMkLst>
      <pc:sldChg chg="modSp mod modAnim">
        <pc:chgData name="Jayakumar Balasubramanian" userId="8583fe483b3fec00" providerId="LiveId" clId="{A96DC3B8-9715-466A-AD68-DF29DC579D96}" dt="2025-07-11T18:49:05.092" v="1233" actId="1076"/>
        <pc:sldMkLst>
          <pc:docMk/>
          <pc:sldMk cId="0" sldId="262"/>
        </pc:sldMkLst>
        <pc:spChg chg="mod">
          <ac:chgData name="Jayakumar Balasubramanian" userId="8583fe483b3fec00" providerId="LiveId" clId="{A96DC3B8-9715-466A-AD68-DF29DC579D96}" dt="2025-07-11T18:49:05.092" v="1233" actId="1076"/>
          <ac:spMkLst>
            <pc:docMk/>
            <pc:sldMk cId="0" sldId="262"/>
            <ac:spMk id="6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4:55:40.409" v="45" actId="1076"/>
          <ac:spMkLst>
            <pc:docMk/>
            <pc:sldMk cId="0" sldId="262"/>
            <ac:spMk id="7" creationId="{00000000-0000-0000-0000-000000000000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1T16:40:47.464" v="270" actId="20577"/>
        <pc:sldMkLst>
          <pc:docMk/>
          <pc:sldMk cId="1885563460" sldId="270"/>
        </pc:sldMkLst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7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8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9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10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1T16:40:47.464" v="270" actId="20577"/>
          <ac:spMkLst>
            <pc:docMk/>
            <pc:sldMk cId="1885563460" sldId="270"/>
            <ac:spMk id="14" creationId="{C460987A-8578-3EBF-2429-980DBD7AF94C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16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18" creationId="{00000000-0000-0000-0000-000000000000}"/>
          </ac:spMkLst>
        </pc:spChg>
        <pc:picChg chg="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6" creationId="{00000000-0000-0000-0000-000000000000}"/>
          </ac:picMkLst>
        </pc:picChg>
        <pc:picChg chg="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12" creationId="{00000000-0000-0000-0000-000000000000}"/>
          </ac:picMkLst>
        </pc:picChg>
        <pc:picChg chg="add 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19" creationId="{4EE103DD-34B1-7AD4-81E5-B138B4ED53B7}"/>
          </ac:picMkLst>
        </pc:picChg>
      </pc:sldChg>
      <pc:sldChg chg="addSp delSp modSp add mod modClrScheme modAnim chgLayout">
        <pc:chgData name="Jayakumar Balasubramanian" userId="8583fe483b3fec00" providerId="LiveId" clId="{A96DC3B8-9715-466A-AD68-DF29DC579D96}" dt="2025-07-11T16:58:29.542" v="566"/>
        <pc:sldMkLst>
          <pc:docMk/>
          <pc:sldMk cId="0" sldId="306"/>
        </pc:sldMkLst>
        <pc:spChg chg="mod ord">
          <ac:chgData name="Jayakumar Balasubramanian" userId="8583fe483b3fec00" providerId="LiveId" clId="{A96DC3B8-9715-466A-AD68-DF29DC579D96}" dt="2025-07-11T16:44:43.869" v="301" actId="255"/>
          <ac:spMkLst>
            <pc:docMk/>
            <pc:sldMk cId="0" sldId="306"/>
            <ac:spMk id="2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24.771" v="558" actId="164"/>
          <ac:spMkLst>
            <pc:docMk/>
            <pc:sldMk cId="0" sldId="306"/>
            <ac:spMk id="1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29.731" v="559" actId="164"/>
          <ac:spMkLst>
            <pc:docMk/>
            <pc:sldMk cId="0" sldId="306"/>
            <ac:spMk id="18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35.804" v="560" actId="164"/>
          <ac:spMkLst>
            <pc:docMk/>
            <pc:sldMk cId="0" sldId="306"/>
            <ac:spMk id="2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41.190" v="561" actId="164"/>
          <ac:spMkLst>
            <pc:docMk/>
            <pc:sldMk cId="0" sldId="306"/>
            <ac:spMk id="28" creationId="{00000000-0000-0000-0000-000000000000}"/>
          </ac:spMkLst>
        </pc:spChg>
        <pc:grpChg chg="add mod">
          <ac:chgData name="Jayakumar Balasubramanian" userId="8583fe483b3fec00" providerId="LiveId" clId="{A96DC3B8-9715-466A-AD68-DF29DC579D96}" dt="2025-07-11T16:57:24.771" v="558" actId="164"/>
          <ac:grpSpMkLst>
            <pc:docMk/>
            <pc:sldMk cId="0" sldId="306"/>
            <ac:grpSpMk id="39" creationId="{5ECB53E0-CE9F-C3B8-323B-3CA23E4B2E31}"/>
          </ac:grpSpMkLst>
        </pc:grpChg>
        <pc:grpChg chg="add mod">
          <ac:chgData name="Jayakumar Balasubramanian" userId="8583fe483b3fec00" providerId="LiveId" clId="{A96DC3B8-9715-466A-AD68-DF29DC579D96}" dt="2025-07-11T16:57:29.731" v="559" actId="164"/>
          <ac:grpSpMkLst>
            <pc:docMk/>
            <pc:sldMk cId="0" sldId="306"/>
            <ac:grpSpMk id="40" creationId="{368BD982-6466-0743-761A-4DC7A72331C5}"/>
          </ac:grpSpMkLst>
        </pc:grpChg>
        <pc:grpChg chg="add mod">
          <ac:chgData name="Jayakumar Balasubramanian" userId="8583fe483b3fec00" providerId="LiveId" clId="{A96DC3B8-9715-466A-AD68-DF29DC579D96}" dt="2025-07-11T16:57:35.804" v="560" actId="164"/>
          <ac:grpSpMkLst>
            <pc:docMk/>
            <pc:sldMk cId="0" sldId="306"/>
            <ac:grpSpMk id="41" creationId="{5C3C7021-030D-41FD-5042-993AF36AF2BA}"/>
          </ac:grpSpMkLst>
        </pc:grpChg>
        <pc:grpChg chg="add mod">
          <ac:chgData name="Jayakumar Balasubramanian" userId="8583fe483b3fec00" providerId="LiveId" clId="{A96DC3B8-9715-466A-AD68-DF29DC579D96}" dt="2025-07-11T16:57:41.190" v="561" actId="164"/>
          <ac:grpSpMkLst>
            <pc:docMk/>
            <pc:sldMk cId="0" sldId="306"/>
            <ac:grpSpMk id="42" creationId="{E8F8AEFA-9CCE-CC4B-C68C-5B57C5091E0B}"/>
          </ac:grpSpMkLst>
        </pc:grpChg>
        <pc:picChg chg="add mod">
          <ac:chgData name="Jayakumar Balasubramanian" userId="8583fe483b3fec00" providerId="LiveId" clId="{A96DC3B8-9715-466A-AD68-DF29DC579D96}" dt="2025-07-11T16:57:24.771" v="558" actId="164"/>
          <ac:picMkLst>
            <pc:docMk/>
            <pc:sldMk cId="0" sldId="306"/>
            <ac:picMk id="30" creationId="{42C19033-DE64-DBF9-B49B-431BC53D86E6}"/>
          </ac:picMkLst>
        </pc:picChg>
        <pc:picChg chg="add mod">
          <ac:chgData name="Jayakumar Balasubramanian" userId="8583fe483b3fec00" providerId="LiveId" clId="{A96DC3B8-9715-466A-AD68-DF29DC579D96}" dt="2025-07-11T16:57:29.731" v="559" actId="164"/>
          <ac:picMkLst>
            <pc:docMk/>
            <pc:sldMk cId="0" sldId="306"/>
            <ac:picMk id="32" creationId="{A8DF8A7C-51A2-F8C8-C347-B0BD8650BC41}"/>
          </ac:picMkLst>
        </pc:picChg>
        <pc:picChg chg="add mod">
          <ac:chgData name="Jayakumar Balasubramanian" userId="8583fe483b3fec00" providerId="LiveId" clId="{A96DC3B8-9715-466A-AD68-DF29DC579D96}" dt="2025-07-11T16:57:35.804" v="560" actId="164"/>
          <ac:picMkLst>
            <pc:docMk/>
            <pc:sldMk cId="0" sldId="306"/>
            <ac:picMk id="34" creationId="{788788F6-00CA-F8BD-4036-B88A2B799BB2}"/>
          </ac:picMkLst>
        </pc:picChg>
        <pc:picChg chg="add mod">
          <ac:chgData name="Jayakumar Balasubramanian" userId="8583fe483b3fec00" providerId="LiveId" clId="{A96DC3B8-9715-466A-AD68-DF29DC579D96}" dt="2025-07-11T16:57:41.190" v="561" actId="164"/>
          <ac:picMkLst>
            <pc:docMk/>
            <pc:sldMk cId="0" sldId="306"/>
            <ac:picMk id="38" creationId="{33DAB4E3-337C-D794-5BF6-EBC06D12F793}"/>
          </ac:picMkLst>
        </pc:picChg>
      </pc:sldChg>
      <pc:sldChg chg="del">
        <pc:chgData name="Jayakumar Balasubramanian" userId="8583fe483b3fec00" providerId="LiveId" clId="{A96DC3B8-9715-466A-AD68-DF29DC579D96}" dt="2025-07-11T14:55:55.519" v="46" actId="47"/>
        <pc:sldMkLst>
          <pc:docMk/>
          <pc:sldMk cId="0" sldId="360"/>
        </pc:sldMkLst>
      </pc:sldChg>
      <pc:sldChg chg="del">
        <pc:chgData name="Jayakumar Balasubramanian" userId="8583fe483b3fec00" providerId="LiveId" clId="{A96DC3B8-9715-466A-AD68-DF29DC579D96}" dt="2025-07-11T14:55:56.820" v="47" actId="47"/>
        <pc:sldMkLst>
          <pc:docMk/>
          <pc:sldMk cId="0" sldId="480"/>
        </pc:sldMkLst>
      </pc:sldChg>
      <pc:sldChg chg="delSp modSp del mod">
        <pc:chgData name="Jayakumar Balasubramanian" userId="8583fe483b3fec00" providerId="LiveId" clId="{A96DC3B8-9715-466A-AD68-DF29DC579D96}" dt="2025-07-11T15:55:33.771" v="98" actId="47"/>
        <pc:sldMkLst>
          <pc:docMk/>
          <pc:sldMk cId="0" sldId="651"/>
        </pc:sldMkLst>
      </pc:sldChg>
      <pc:sldChg chg="del">
        <pc:chgData name="Jayakumar Balasubramanian" userId="8583fe483b3fec00" providerId="LiveId" clId="{A96DC3B8-9715-466A-AD68-DF29DC579D96}" dt="2025-07-11T14:56:04.526" v="48" actId="47"/>
        <pc:sldMkLst>
          <pc:docMk/>
          <pc:sldMk cId="0" sldId="938"/>
        </pc:sldMkLst>
      </pc:sldChg>
      <pc:sldChg chg="del">
        <pc:chgData name="Jayakumar Balasubramanian" userId="8583fe483b3fec00" providerId="LiveId" clId="{A96DC3B8-9715-466A-AD68-DF29DC579D96}" dt="2025-07-12T08:39:36.700" v="2532" actId="47"/>
        <pc:sldMkLst>
          <pc:docMk/>
          <pc:sldMk cId="0" sldId="940"/>
        </pc:sldMkLst>
      </pc:sldChg>
      <pc:sldChg chg="addSp delSp modSp mod addAnim delAnim modAnim">
        <pc:chgData name="Jayakumar Balasubramanian" userId="8583fe483b3fec00" providerId="LiveId" clId="{A96DC3B8-9715-466A-AD68-DF29DC579D96}" dt="2025-07-11T15:51:13.917" v="87" actId="207"/>
        <pc:sldMkLst>
          <pc:docMk/>
          <pc:sldMk cId="0" sldId="1001"/>
        </pc:sldMkLst>
        <pc:spChg chg="mod">
          <ac:chgData name="Jayakumar Balasubramanian" userId="8583fe483b3fec00" providerId="LiveId" clId="{A96DC3B8-9715-466A-AD68-DF29DC579D96}" dt="2025-07-11T14:56:10.863" v="49"/>
          <ac:spMkLst>
            <pc:docMk/>
            <pc:sldMk cId="0" sldId="1001"/>
            <ac:spMk id="3" creationId="{00000000-0000-0000-0000-000000000000}"/>
          </ac:spMkLst>
        </pc:spChg>
        <pc:spChg chg="add del mod">
          <ac:chgData name="Jayakumar Balasubramanian" userId="8583fe483b3fec00" providerId="LiveId" clId="{A96DC3B8-9715-466A-AD68-DF29DC579D96}" dt="2025-07-11T15:51:13.917" v="87" actId="207"/>
          <ac:spMkLst>
            <pc:docMk/>
            <pc:sldMk cId="0" sldId="1001"/>
            <ac:spMk id="4" creationId="{00000000-0000-0000-0000-000000000000}"/>
          </ac:spMkLst>
        </pc:spChg>
        <pc:picChg chg="add mod">
          <ac:chgData name="Jayakumar Balasubramanian" userId="8583fe483b3fec00" providerId="LiveId" clId="{A96DC3B8-9715-466A-AD68-DF29DC579D96}" dt="2025-07-11T15:50:48.752" v="83" actId="1076"/>
          <ac:picMkLst>
            <pc:docMk/>
            <pc:sldMk cId="0" sldId="1001"/>
            <ac:picMk id="8" creationId="{B1D36567-8091-CDE3-7005-4CF374393601}"/>
          </ac:picMkLst>
        </pc:picChg>
      </pc:sldChg>
      <pc:sldChg chg="addSp delSp modSp mod modClrScheme modAnim chgLayout">
        <pc:chgData name="Jayakumar Balasubramanian" userId="8583fe483b3fec00" providerId="LiveId" clId="{A96DC3B8-9715-466A-AD68-DF29DC579D96}" dt="2025-07-11T17:00:40.788" v="580" actId="700"/>
        <pc:sldMkLst>
          <pc:docMk/>
          <pc:sldMk cId="0" sldId="1003"/>
        </pc:sldMkLst>
        <pc:spChg chg="mod">
          <ac:chgData name="Jayakumar Balasubramanian" userId="8583fe483b3fec00" providerId="LiveId" clId="{A96DC3B8-9715-466A-AD68-DF29DC579D96}" dt="2025-07-11T16:40:41.802" v="269" actId="33524"/>
          <ac:spMkLst>
            <pc:docMk/>
            <pc:sldMk cId="0" sldId="1003"/>
            <ac:spMk id="5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1T17:00:14.744" v="578" actId="1076"/>
          <ac:spMkLst>
            <pc:docMk/>
            <pc:sldMk cId="0" sldId="1003"/>
            <ac:spMk id="8" creationId="{68F265A2-A13B-64F2-D92D-2C1753D2452C}"/>
          </ac:spMkLst>
        </pc:spChg>
      </pc:sldChg>
      <pc:sldChg chg="modSp mod">
        <pc:chgData name="Jayakumar Balasubramanian" userId="8583fe483b3fec00" providerId="LiveId" clId="{A96DC3B8-9715-466A-AD68-DF29DC579D96}" dt="2025-07-12T04:32:06.956" v="1414" actId="20577"/>
        <pc:sldMkLst>
          <pc:docMk/>
          <pc:sldMk cId="0" sldId="1004"/>
        </pc:sldMkLst>
        <pc:spChg chg="mod">
          <ac:chgData name="Jayakumar Balasubramanian" userId="8583fe483b3fec00" providerId="LiveId" clId="{A96DC3B8-9715-466A-AD68-DF29DC579D96}" dt="2025-07-12T04:32:06.956" v="1414" actId="20577"/>
          <ac:spMkLst>
            <pc:docMk/>
            <pc:sldMk cId="0" sldId="1004"/>
            <ac:spMk id="4" creationId="{00000000-0000-0000-0000-000000000000}"/>
          </ac:spMkLst>
        </pc:spChg>
      </pc:sldChg>
      <pc:sldChg chg="new del">
        <pc:chgData name="Jayakumar Balasubramanian" userId="8583fe483b3fec00" providerId="LiveId" clId="{A96DC3B8-9715-466A-AD68-DF29DC579D96}" dt="2025-07-11T17:03:17.530" v="614" actId="47"/>
        <pc:sldMkLst>
          <pc:docMk/>
          <pc:sldMk cId="569208410" sldId="1005"/>
        </pc:sldMkLst>
      </pc:sldChg>
      <pc:sldChg chg="addSp delSp modSp new mod modClrScheme chgLayout">
        <pc:chgData name="Jayakumar Balasubramanian" userId="8583fe483b3fec00" providerId="LiveId" clId="{A96DC3B8-9715-466A-AD68-DF29DC579D96}" dt="2025-07-11T17:00:58.755" v="608" actId="20577"/>
        <pc:sldMkLst>
          <pc:docMk/>
          <pc:sldMk cId="4291488419" sldId="1006"/>
        </pc:sldMkLst>
        <pc:spChg chg="add mod ord">
          <ac:chgData name="Jayakumar Balasubramanian" userId="8583fe483b3fec00" providerId="LiveId" clId="{A96DC3B8-9715-466A-AD68-DF29DC579D96}" dt="2025-07-11T17:00:58.755" v="608" actId="20577"/>
          <ac:spMkLst>
            <pc:docMk/>
            <pc:sldMk cId="4291488419" sldId="1006"/>
            <ac:spMk id="4" creationId="{252B6E10-B15D-BE00-6130-87A0081E6D0E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1T17:29:57.246" v="924"/>
        <pc:sldMkLst>
          <pc:docMk/>
          <pc:sldMk cId="4057405133" sldId="1007"/>
        </pc:sldMkLst>
        <pc:spChg chg="mod">
          <ac:chgData name="Jayakumar Balasubramanian" userId="8583fe483b3fec00" providerId="LiveId" clId="{A96DC3B8-9715-466A-AD68-DF29DC579D96}" dt="2025-07-11T17:04:27.459" v="642" actId="1076"/>
          <ac:spMkLst>
            <pc:docMk/>
            <pc:sldMk cId="4057405133" sldId="1007"/>
            <ac:spMk id="2" creationId="{7C26578C-A6C5-C236-0D5C-50B15876680E}"/>
          </ac:spMkLst>
        </pc:spChg>
        <pc:spChg chg="mod topLvl">
          <ac:chgData name="Jayakumar Balasubramanian" userId="8583fe483b3fec00" providerId="LiveId" clId="{A96DC3B8-9715-466A-AD68-DF29DC579D96}" dt="2025-07-11T17:29:05.252" v="915" actId="164"/>
          <ac:spMkLst>
            <pc:docMk/>
            <pc:sldMk cId="4057405133" sldId="1007"/>
            <ac:spMk id="13" creationId="{B3AAAA35-AD3D-E880-C935-56A3BD366497}"/>
          </ac:spMkLst>
        </pc:spChg>
        <pc:spChg chg="mod topLvl">
          <ac:chgData name="Jayakumar Balasubramanian" userId="8583fe483b3fec00" providerId="LiveId" clId="{A96DC3B8-9715-466A-AD68-DF29DC579D96}" dt="2025-07-11T17:29:11.855" v="916" actId="164"/>
          <ac:spMkLst>
            <pc:docMk/>
            <pc:sldMk cId="4057405133" sldId="1007"/>
            <ac:spMk id="18" creationId="{88CF5956-7E43-71F7-8F68-50DADAE29CB1}"/>
          </ac:spMkLst>
        </pc:spChg>
        <pc:spChg chg="mod topLvl">
          <ac:chgData name="Jayakumar Balasubramanian" userId="8583fe483b3fec00" providerId="LiveId" clId="{A96DC3B8-9715-466A-AD68-DF29DC579D96}" dt="2025-07-11T17:29:16.897" v="917" actId="164"/>
          <ac:spMkLst>
            <pc:docMk/>
            <pc:sldMk cId="4057405133" sldId="1007"/>
            <ac:spMk id="23" creationId="{A53C83BD-F327-F0F7-F79C-87A0158803CB}"/>
          </ac:spMkLst>
        </pc:spChg>
        <pc:spChg chg="mod topLvl">
          <ac:chgData name="Jayakumar Balasubramanian" userId="8583fe483b3fec00" providerId="LiveId" clId="{A96DC3B8-9715-466A-AD68-DF29DC579D96}" dt="2025-07-11T17:29:22.821" v="918" actId="164"/>
          <ac:spMkLst>
            <pc:docMk/>
            <pc:sldMk cId="4057405133" sldId="1007"/>
            <ac:spMk id="28" creationId="{B0AF3C08-8DD1-A595-4205-0BCB6388BA3C}"/>
          </ac:spMkLst>
        </pc:spChg>
        <pc:grpChg chg="add mod">
          <ac:chgData name="Jayakumar Balasubramanian" userId="8583fe483b3fec00" providerId="LiveId" clId="{A96DC3B8-9715-466A-AD68-DF29DC579D96}" dt="2025-07-11T17:29:05.252" v="915" actId="164"/>
          <ac:grpSpMkLst>
            <pc:docMk/>
            <pc:sldMk cId="4057405133" sldId="1007"/>
            <ac:grpSpMk id="17" creationId="{032F8679-6A3A-3A8F-57E9-7ACC72348EEA}"/>
          </ac:grpSpMkLst>
        </pc:grpChg>
        <pc:grpChg chg="add mod">
          <ac:chgData name="Jayakumar Balasubramanian" userId="8583fe483b3fec00" providerId="LiveId" clId="{A96DC3B8-9715-466A-AD68-DF29DC579D96}" dt="2025-07-11T17:29:11.855" v="916" actId="164"/>
          <ac:grpSpMkLst>
            <pc:docMk/>
            <pc:sldMk cId="4057405133" sldId="1007"/>
            <ac:grpSpMk id="19" creationId="{F7FF0AF1-E4CF-7A06-67B3-C08CF1258A57}"/>
          </ac:grpSpMkLst>
        </pc:grpChg>
        <pc:grpChg chg="add mod">
          <ac:chgData name="Jayakumar Balasubramanian" userId="8583fe483b3fec00" providerId="LiveId" clId="{A96DC3B8-9715-466A-AD68-DF29DC579D96}" dt="2025-07-11T17:29:16.897" v="917" actId="164"/>
          <ac:grpSpMkLst>
            <pc:docMk/>
            <pc:sldMk cId="4057405133" sldId="1007"/>
            <ac:grpSpMk id="22" creationId="{AC01BE8A-9655-410C-DDFA-77BF3D7AB43D}"/>
          </ac:grpSpMkLst>
        </pc:grpChg>
        <pc:grpChg chg="add mod">
          <ac:chgData name="Jayakumar Balasubramanian" userId="8583fe483b3fec00" providerId="LiveId" clId="{A96DC3B8-9715-466A-AD68-DF29DC579D96}" dt="2025-07-11T17:29:22.821" v="918" actId="164"/>
          <ac:grpSpMkLst>
            <pc:docMk/>
            <pc:sldMk cId="4057405133" sldId="1007"/>
            <ac:grpSpMk id="24" creationId="{B525192C-BBCE-0906-F925-0ECC9080CB52}"/>
          </ac:grpSpMkLst>
        </pc:grpChg>
        <pc:picChg chg="add mod">
          <ac:chgData name="Jayakumar Balasubramanian" userId="8583fe483b3fec00" providerId="LiveId" clId="{A96DC3B8-9715-466A-AD68-DF29DC579D96}" dt="2025-07-11T17:29:05.252" v="915" actId="164"/>
          <ac:picMkLst>
            <pc:docMk/>
            <pc:sldMk cId="4057405133" sldId="1007"/>
            <ac:picMk id="4" creationId="{3D50A7D1-2B66-63BF-BBB1-004E499AC20C}"/>
          </ac:picMkLst>
        </pc:picChg>
        <pc:picChg chg="add mod">
          <ac:chgData name="Jayakumar Balasubramanian" userId="8583fe483b3fec00" providerId="LiveId" clId="{A96DC3B8-9715-466A-AD68-DF29DC579D96}" dt="2025-07-11T17:29:11.855" v="916" actId="164"/>
          <ac:picMkLst>
            <pc:docMk/>
            <pc:sldMk cId="4057405133" sldId="1007"/>
            <ac:picMk id="6" creationId="{ACE9BD6B-9A64-AEF0-2C03-8CD801CFEC11}"/>
          </ac:picMkLst>
        </pc:picChg>
        <pc:picChg chg="add mod">
          <ac:chgData name="Jayakumar Balasubramanian" userId="8583fe483b3fec00" providerId="LiveId" clId="{A96DC3B8-9715-466A-AD68-DF29DC579D96}" dt="2025-07-11T17:29:16.897" v="917" actId="164"/>
          <ac:picMkLst>
            <pc:docMk/>
            <pc:sldMk cId="4057405133" sldId="1007"/>
            <ac:picMk id="8" creationId="{AD4AE838-48E4-3719-8D23-A9A365DB1AC2}"/>
          </ac:picMkLst>
        </pc:picChg>
        <pc:picChg chg="add mod">
          <ac:chgData name="Jayakumar Balasubramanian" userId="8583fe483b3fec00" providerId="LiveId" clId="{A96DC3B8-9715-466A-AD68-DF29DC579D96}" dt="2025-07-11T17:29:22.821" v="918" actId="164"/>
          <ac:picMkLst>
            <pc:docMk/>
            <pc:sldMk cId="4057405133" sldId="1007"/>
            <ac:picMk id="12" creationId="{18B842DF-840B-81B8-6D3D-9445A6F289A4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1T17:49:01.099" v="1033" actId="207"/>
        <pc:sldMkLst>
          <pc:docMk/>
          <pc:sldMk cId="1898873243" sldId="1008"/>
        </pc:sldMkLst>
        <pc:spChg chg="mod">
          <ac:chgData name="Jayakumar Balasubramanian" userId="8583fe483b3fec00" providerId="LiveId" clId="{A96DC3B8-9715-466A-AD68-DF29DC579D96}" dt="2025-07-11T17:04:54.796" v="678" actId="6549"/>
          <ac:spMkLst>
            <pc:docMk/>
            <pc:sldMk cId="1898873243" sldId="1008"/>
            <ac:spMk id="2" creationId="{C8A244B3-92EC-FFE2-0AB1-F9F7190717F1}"/>
          </ac:spMkLst>
        </pc:spChg>
        <pc:spChg chg="mod topLvl">
          <ac:chgData name="Jayakumar Balasubramanian" userId="8583fe483b3fec00" providerId="LiveId" clId="{A96DC3B8-9715-466A-AD68-DF29DC579D96}" dt="2025-07-11T17:48:50.009" v="1030" actId="207"/>
          <ac:spMkLst>
            <pc:docMk/>
            <pc:sldMk cId="1898873243" sldId="1008"/>
            <ac:spMk id="13" creationId="{4C08E60F-4AB1-A822-DDCC-80EEA3993988}"/>
          </ac:spMkLst>
        </pc:spChg>
        <pc:spChg chg="mod topLvl">
          <ac:chgData name="Jayakumar Balasubramanian" userId="8583fe483b3fec00" providerId="LiveId" clId="{A96DC3B8-9715-466A-AD68-DF29DC579D96}" dt="2025-07-11T17:48:53.559" v="1031" actId="207"/>
          <ac:spMkLst>
            <pc:docMk/>
            <pc:sldMk cId="1898873243" sldId="1008"/>
            <ac:spMk id="18" creationId="{09784107-E9CE-A7D2-CEFC-06B5F9097C62}"/>
          </ac:spMkLst>
        </pc:spChg>
        <pc:spChg chg="mod topLvl">
          <ac:chgData name="Jayakumar Balasubramanian" userId="8583fe483b3fec00" providerId="LiveId" clId="{A96DC3B8-9715-466A-AD68-DF29DC579D96}" dt="2025-07-11T17:48:57.192" v="1032" actId="207"/>
          <ac:spMkLst>
            <pc:docMk/>
            <pc:sldMk cId="1898873243" sldId="1008"/>
            <ac:spMk id="23" creationId="{0BD67D18-C522-2AD2-2838-9F55B89F7290}"/>
          </ac:spMkLst>
        </pc:spChg>
        <pc:spChg chg="mod topLvl">
          <ac:chgData name="Jayakumar Balasubramanian" userId="8583fe483b3fec00" providerId="LiveId" clId="{A96DC3B8-9715-466A-AD68-DF29DC579D96}" dt="2025-07-11T17:49:01.099" v="1033" actId="207"/>
          <ac:spMkLst>
            <pc:docMk/>
            <pc:sldMk cId="1898873243" sldId="1008"/>
            <ac:spMk id="28" creationId="{988A2D58-F826-F5E7-8F0F-DDC4819E5C77}"/>
          </ac:spMkLst>
        </pc:spChg>
        <pc:grpChg chg="add mod">
          <ac:chgData name="Jayakumar Balasubramanian" userId="8583fe483b3fec00" providerId="LiveId" clId="{A96DC3B8-9715-466A-AD68-DF29DC579D96}" dt="2025-07-11T17:44:02.107" v="1020" actId="164"/>
          <ac:grpSpMkLst>
            <pc:docMk/>
            <pc:sldMk cId="1898873243" sldId="1008"/>
            <ac:grpSpMk id="12" creationId="{A8CEF93B-B3E1-BB1D-1E71-92F3E68885A5}"/>
          </ac:grpSpMkLst>
        </pc:grpChg>
        <pc:grpChg chg="add mod">
          <ac:chgData name="Jayakumar Balasubramanian" userId="8583fe483b3fec00" providerId="LiveId" clId="{A96DC3B8-9715-466A-AD68-DF29DC579D96}" dt="2025-07-11T17:44:07.415" v="1021" actId="164"/>
          <ac:grpSpMkLst>
            <pc:docMk/>
            <pc:sldMk cId="1898873243" sldId="1008"/>
            <ac:grpSpMk id="17" creationId="{F4A0D255-CF19-6397-15BB-19874CB4E2F5}"/>
          </ac:grpSpMkLst>
        </pc:grpChg>
        <pc:grpChg chg="add mod">
          <ac:chgData name="Jayakumar Balasubramanian" userId="8583fe483b3fec00" providerId="LiveId" clId="{A96DC3B8-9715-466A-AD68-DF29DC579D96}" dt="2025-07-11T17:44:12.255" v="1022" actId="164"/>
          <ac:grpSpMkLst>
            <pc:docMk/>
            <pc:sldMk cId="1898873243" sldId="1008"/>
            <ac:grpSpMk id="19" creationId="{8BB43F4C-D527-53CD-A017-185B73E81E54}"/>
          </ac:grpSpMkLst>
        </pc:grpChg>
        <pc:grpChg chg="add mod">
          <ac:chgData name="Jayakumar Balasubramanian" userId="8583fe483b3fec00" providerId="LiveId" clId="{A96DC3B8-9715-466A-AD68-DF29DC579D96}" dt="2025-07-11T17:44:17.020" v="1023" actId="164"/>
          <ac:grpSpMkLst>
            <pc:docMk/>
            <pc:sldMk cId="1898873243" sldId="1008"/>
            <ac:grpSpMk id="22" creationId="{F360CF4F-30D6-11B3-DF24-49D818B23F56}"/>
          </ac:grpSpMkLst>
        </pc:grpChg>
        <pc:picChg chg="add mod">
          <ac:chgData name="Jayakumar Balasubramanian" userId="8583fe483b3fec00" providerId="LiveId" clId="{A96DC3B8-9715-466A-AD68-DF29DC579D96}" dt="2025-07-11T17:44:12.255" v="1022" actId="164"/>
          <ac:picMkLst>
            <pc:docMk/>
            <pc:sldMk cId="1898873243" sldId="1008"/>
            <ac:picMk id="3" creationId="{0B62C18E-9769-7DCA-6D40-8B9F6711A722}"/>
          </ac:picMkLst>
        </pc:picChg>
        <pc:picChg chg="add mod">
          <ac:chgData name="Jayakumar Balasubramanian" userId="8583fe483b3fec00" providerId="LiveId" clId="{A96DC3B8-9715-466A-AD68-DF29DC579D96}" dt="2025-07-11T17:44:17.020" v="1023" actId="164"/>
          <ac:picMkLst>
            <pc:docMk/>
            <pc:sldMk cId="1898873243" sldId="1008"/>
            <ac:picMk id="5" creationId="{9C6A2749-6669-5421-2363-3446A89436D6}"/>
          </ac:picMkLst>
        </pc:picChg>
        <pc:picChg chg="add mod">
          <ac:chgData name="Jayakumar Balasubramanian" userId="8583fe483b3fec00" providerId="LiveId" clId="{A96DC3B8-9715-466A-AD68-DF29DC579D96}" dt="2025-07-11T17:44:02.107" v="1020" actId="164"/>
          <ac:picMkLst>
            <pc:docMk/>
            <pc:sldMk cId="1898873243" sldId="1008"/>
            <ac:picMk id="7" creationId="{6DAD22EB-7530-7961-8545-505C89C6D5E5}"/>
          </ac:picMkLst>
        </pc:picChg>
        <pc:picChg chg="add mod">
          <ac:chgData name="Jayakumar Balasubramanian" userId="8583fe483b3fec00" providerId="LiveId" clId="{A96DC3B8-9715-466A-AD68-DF29DC579D96}" dt="2025-07-11T17:44:07.415" v="1021" actId="164"/>
          <ac:picMkLst>
            <pc:docMk/>
            <pc:sldMk cId="1898873243" sldId="1008"/>
            <ac:picMk id="9" creationId="{7B6FA41D-D57D-D753-9D18-9783A836C675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1T18:29:38.561" v="1115" actId="207"/>
        <pc:sldMkLst>
          <pc:docMk/>
          <pc:sldMk cId="2899698887" sldId="1009"/>
        </pc:sldMkLst>
        <pc:spChg chg="mod">
          <ac:chgData name="Jayakumar Balasubramanian" userId="8583fe483b3fec00" providerId="LiveId" clId="{A96DC3B8-9715-466A-AD68-DF29DC579D96}" dt="2025-07-11T17:05:50.717" v="719" actId="255"/>
          <ac:spMkLst>
            <pc:docMk/>
            <pc:sldMk cId="2899698887" sldId="1009"/>
            <ac:spMk id="2" creationId="{2B5539A2-BFE2-4BC6-B28D-9816248F7E43}"/>
          </ac:spMkLst>
        </pc:spChg>
        <pc:spChg chg="mod topLvl">
          <ac:chgData name="Jayakumar Balasubramanian" userId="8583fe483b3fec00" providerId="LiveId" clId="{A96DC3B8-9715-466A-AD68-DF29DC579D96}" dt="2025-07-11T18:29:26.347" v="1112" actId="207"/>
          <ac:spMkLst>
            <pc:docMk/>
            <pc:sldMk cId="2899698887" sldId="1009"/>
            <ac:spMk id="13" creationId="{5BAC79AA-F351-9FA7-983B-3C5944D01B9C}"/>
          </ac:spMkLst>
        </pc:spChg>
        <pc:spChg chg="mod topLvl">
          <ac:chgData name="Jayakumar Balasubramanian" userId="8583fe483b3fec00" providerId="LiveId" clId="{A96DC3B8-9715-466A-AD68-DF29DC579D96}" dt="2025-07-11T18:29:31.469" v="1113" actId="207"/>
          <ac:spMkLst>
            <pc:docMk/>
            <pc:sldMk cId="2899698887" sldId="1009"/>
            <ac:spMk id="18" creationId="{0348E751-BB8B-6340-B461-0BBDD5B70207}"/>
          </ac:spMkLst>
        </pc:spChg>
        <pc:spChg chg="mod topLvl">
          <ac:chgData name="Jayakumar Balasubramanian" userId="8583fe483b3fec00" providerId="LiveId" clId="{A96DC3B8-9715-466A-AD68-DF29DC579D96}" dt="2025-07-11T18:29:34.933" v="1114" actId="207"/>
          <ac:spMkLst>
            <pc:docMk/>
            <pc:sldMk cId="2899698887" sldId="1009"/>
            <ac:spMk id="23" creationId="{E9BC06EB-D236-58ED-400F-BDDCE577CF46}"/>
          </ac:spMkLst>
        </pc:spChg>
        <pc:spChg chg="mod topLvl">
          <ac:chgData name="Jayakumar Balasubramanian" userId="8583fe483b3fec00" providerId="LiveId" clId="{A96DC3B8-9715-466A-AD68-DF29DC579D96}" dt="2025-07-11T18:29:38.561" v="1115" actId="207"/>
          <ac:spMkLst>
            <pc:docMk/>
            <pc:sldMk cId="2899698887" sldId="1009"/>
            <ac:spMk id="28" creationId="{88760828-23D4-3FD5-DB38-E5598212B73E}"/>
          </ac:spMkLst>
        </pc:spChg>
        <pc:grpChg chg="add mod">
          <ac:chgData name="Jayakumar Balasubramanian" userId="8583fe483b3fec00" providerId="LiveId" clId="{A96DC3B8-9715-466A-AD68-DF29DC579D96}" dt="2025-07-11T17:57:49.276" v="1085" actId="164"/>
          <ac:grpSpMkLst>
            <pc:docMk/>
            <pc:sldMk cId="2899698887" sldId="1009"/>
            <ac:grpSpMk id="19" creationId="{53599B09-0195-723D-50FA-D6673028B8A6}"/>
          </ac:grpSpMkLst>
        </pc:grpChg>
        <pc:grpChg chg="add mod">
          <ac:chgData name="Jayakumar Balasubramanian" userId="8583fe483b3fec00" providerId="LiveId" clId="{A96DC3B8-9715-466A-AD68-DF29DC579D96}" dt="2025-07-11T17:57:53.867" v="1086" actId="164"/>
          <ac:grpSpMkLst>
            <pc:docMk/>
            <pc:sldMk cId="2899698887" sldId="1009"/>
            <ac:grpSpMk id="22" creationId="{DA1B7F2B-0DC2-36BB-0726-97A79417CF6A}"/>
          </ac:grpSpMkLst>
        </pc:grpChg>
        <pc:grpChg chg="add mod">
          <ac:chgData name="Jayakumar Balasubramanian" userId="8583fe483b3fec00" providerId="LiveId" clId="{A96DC3B8-9715-466A-AD68-DF29DC579D96}" dt="2025-07-11T17:57:58.683" v="1087" actId="164"/>
          <ac:grpSpMkLst>
            <pc:docMk/>
            <pc:sldMk cId="2899698887" sldId="1009"/>
            <ac:grpSpMk id="24" creationId="{2E1B580B-3AB9-276A-FF2A-1CA3635B3088}"/>
          </ac:grpSpMkLst>
        </pc:grpChg>
        <pc:grpChg chg="add mod">
          <ac:chgData name="Jayakumar Balasubramanian" userId="8583fe483b3fec00" providerId="LiveId" clId="{A96DC3B8-9715-466A-AD68-DF29DC579D96}" dt="2025-07-11T17:58:06.433" v="1088" actId="164"/>
          <ac:grpSpMkLst>
            <pc:docMk/>
            <pc:sldMk cId="2899698887" sldId="1009"/>
            <ac:grpSpMk id="27" creationId="{57AC5135-3E1A-A088-D10E-76C8D6B691F6}"/>
          </ac:grpSpMkLst>
        </pc:grpChg>
        <pc:picChg chg="add mod">
          <ac:chgData name="Jayakumar Balasubramanian" userId="8583fe483b3fec00" providerId="LiveId" clId="{A96DC3B8-9715-466A-AD68-DF29DC579D96}" dt="2025-07-11T17:58:06.433" v="1088" actId="164"/>
          <ac:picMkLst>
            <pc:docMk/>
            <pc:sldMk cId="2899698887" sldId="1009"/>
            <ac:picMk id="3" creationId="{EDEE24D5-0F42-D8E5-2AED-DB3E71618E22}"/>
          </ac:picMkLst>
        </pc:picChg>
        <pc:picChg chg="add mod">
          <ac:chgData name="Jayakumar Balasubramanian" userId="8583fe483b3fec00" providerId="LiveId" clId="{A96DC3B8-9715-466A-AD68-DF29DC579D96}" dt="2025-07-11T17:57:58.683" v="1087" actId="164"/>
          <ac:picMkLst>
            <pc:docMk/>
            <pc:sldMk cId="2899698887" sldId="1009"/>
            <ac:picMk id="7" creationId="{ADDE5738-22BB-51C6-F662-0F39D6C134A4}"/>
          </ac:picMkLst>
        </pc:picChg>
        <pc:picChg chg="add mod">
          <ac:chgData name="Jayakumar Balasubramanian" userId="8583fe483b3fec00" providerId="LiveId" clId="{A96DC3B8-9715-466A-AD68-DF29DC579D96}" dt="2025-07-11T17:57:49.276" v="1085" actId="164"/>
          <ac:picMkLst>
            <pc:docMk/>
            <pc:sldMk cId="2899698887" sldId="1009"/>
            <ac:picMk id="9" creationId="{D147DB65-4213-37FF-16E9-B09B9A57D043}"/>
          </ac:picMkLst>
        </pc:picChg>
        <pc:picChg chg="add mod">
          <ac:chgData name="Jayakumar Balasubramanian" userId="8583fe483b3fec00" providerId="LiveId" clId="{A96DC3B8-9715-466A-AD68-DF29DC579D96}" dt="2025-07-11T17:57:53.867" v="1086" actId="164"/>
          <ac:picMkLst>
            <pc:docMk/>
            <pc:sldMk cId="2899698887" sldId="1009"/>
            <ac:picMk id="17" creationId="{179AD9D0-2DDC-BE49-59A7-F5E193D989D1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2T15:10:56.144" v="2562" actId="6549"/>
        <pc:sldMkLst>
          <pc:docMk/>
          <pc:sldMk cId="2196152501" sldId="1010"/>
        </pc:sldMkLst>
        <pc:spChg chg="mod">
          <ac:chgData name="Jayakumar Balasubramanian" userId="8583fe483b3fec00" providerId="LiveId" clId="{A96DC3B8-9715-466A-AD68-DF29DC579D96}" dt="2025-07-11T17:06:23.528" v="757" actId="20577"/>
          <ac:spMkLst>
            <pc:docMk/>
            <pc:sldMk cId="2196152501" sldId="1010"/>
            <ac:spMk id="2" creationId="{422D3A88-A6EE-C7D9-A51C-919ABA390B26}"/>
          </ac:spMkLst>
        </pc:spChg>
        <pc:spChg chg="mod topLvl">
          <ac:chgData name="Jayakumar Balasubramanian" userId="8583fe483b3fec00" providerId="LiveId" clId="{A96DC3B8-9715-466A-AD68-DF29DC579D96}" dt="2025-07-12T15:10:48.723" v="2560" actId="20577"/>
          <ac:spMkLst>
            <pc:docMk/>
            <pc:sldMk cId="2196152501" sldId="1010"/>
            <ac:spMk id="13" creationId="{3BAE21AC-E17B-D0BD-6FBE-4427973C70F8}"/>
          </ac:spMkLst>
        </pc:spChg>
        <pc:spChg chg="mod topLvl">
          <ac:chgData name="Jayakumar Balasubramanian" userId="8583fe483b3fec00" providerId="LiveId" clId="{A96DC3B8-9715-466A-AD68-DF29DC579D96}" dt="2025-07-12T15:10:56.144" v="2562" actId="6549"/>
          <ac:spMkLst>
            <pc:docMk/>
            <pc:sldMk cId="2196152501" sldId="1010"/>
            <ac:spMk id="18" creationId="{3D55ECCF-A277-4FBF-8B57-0345B364B6A8}"/>
          </ac:spMkLst>
        </pc:spChg>
        <pc:spChg chg="mod topLvl">
          <ac:chgData name="Jayakumar Balasubramanian" userId="8583fe483b3fec00" providerId="LiveId" clId="{A96DC3B8-9715-466A-AD68-DF29DC579D96}" dt="2025-07-11T18:50:11.686" v="1236" actId="207"/>
          <ac:spMkLst>
            <pc:docMk/>
            <pc:sldMk cId="2196152501" sldId="1010"/>
            <ac:spMk id="23" creationId="{908C5762-F0F1-E395-078A-B40DD4CD328C}"/>
          </ac:spMkLst>
        </pc:spChg>
        <pc:spChg chg="mod topLvl">
          <ac:chgData name="Jayakumar Balasubramanian" userId="8583fe483b3fec00" providerId="LiveId" clId="{A96DC3B8-9715-466A-AD68-DF29DC579D96}" dt="2025-07-11T18:50:15.511" v="1237" actId="207"/>
          <ac:spMkLst>
            <pc:docMk/>
            <pc:sldMk cId="2196152501" sldId="1010"/>
            <ac:spMk id="28" creationId="{BCE1CB7D-E71E-00B6-B4A7-2E56B5D132E9}"/>
          </ac:spMkLst>
        </pc:spChg>
        <pc:grpChg chg="add mod">
          <ac:chgData name="Jayakumar Balasubramanian" userId="8583fe483b3fec00" providerId="LiveId" clId="{A96DC3B8-9715-466A-AD68-DF29DC579D96}" dt="2025-07-11T18:34:58.936" v="1168" actId="164"/>
          <ac:grpSpMkLst>
            <pc:docMk/>
            <pc:sldMk cId="2196152501" sldId="1010"/>
            <ac:grpSpMk id="17" creationId="{331394E1-525C-D891-C9D1-65068D6364EF}"/>
          </ac:grpSpMkLst>
        </pc:grpChg>
        <pc:grpChg chg="add mod">
          <ac:chgData name="Jayakumar Balasubramanian" userId="8583fe483b3fec00" providerId="LiveId" clId="{A96DC3B8-9715-466A-AD68-DF29DC579D96}" dt="2025-07-11T18:35:04.327" v="1169" actId="164"/>
          <ac:grpSpMkLst>
            <pc:docMk/>
            <pc:sldMk cId="2196152501" sldId="1010"/>
            <ac:grpSpMk id="19" creationId="{C18A141A-AB48-5F36-F949-4F91213911FA}"/>
          </ac:grpSpMkLst>
        </pc:grpChg>
        <pc:grpChg chg="add mod">
          <ac:chgData name="Jayakumar Balasubramanian" userId="8583fe483b3fec00" providerId="LiveId" clId="{A96DC3B8-9715-466A-AD68-DF29DC579D96}" dt="2025-07-11T18:35:08.814" v="1170" actId="164"/>
          <ac:grpSpMkLst>
            <pc:docMk/>
            <pc:sldMk cId="2196152501" sldId="1010"/>
            <ac:grpSpMk id="22" creationId="{3B182769-F00E-994F-4E75-10A504C477E1}"/>
          </ac:grpSpMkLst>
        </pc:grpChg>
        <pc:grpChg chg="add mod">
          <ac:chgData name="Jayakumar Balasubramanian" userId="8583fe483b3fec00" providerId="LiveId" clId="{A96DC3B8-9715-466A-AD68-DF29DC579D96}" dt="2025-07-11T18:35:13.215" v="1171" actId="164"/>
          <ac:grpSpMkLst>
            <pc:docMk/>
            <pc:sldMk cId="2196152501" sldId="1010"/>
            <ac:grpSpMk id="24" creationId="{B2B81894-DAEE-ABE0-0AB1-4D6123782DD1}"/>
          </ac:grpSpMkLst>
        </pc:grpChg>
        <pc:picChg chg="add mod">
          <ac:chgData name="Jayakumar Balasubramanian" userId="8583fe483b3fec00" providerId="LiveId" clId="{A96DC3B8-9715-466A-AD68-DF29DC579D96}" dt="2025-07-11T18:34:58.936" v="1168" actId="164"/>
          <ac:picMkLst>
            <pc:docMk/>
            <pc:sldMk cId="2196152501" sldId="1010"/>
            <ac:picMk id="4" creationId="{4CC60B73-95B7-E07F-112B-E29D4882B2BD}"/>
          </ac:picMkLst>
        </pc:picChg>
        <pc:picChg chg="add mod">
          <ac:chgData name="Jayakumar Balasubramanian" userId="8583fe483b3fec00" providerId="LiveId" clId="{A96DC3B8-9715-466A-AD68-DF29DC579D96}" dt="2025-07-11T18:35:04.327" v="1169" actId="164"/>
          <ac:picMkLst>
            <pc:docMk/>
            <pc:sldMk cId="2196152501" sldId="1010"/>
            <ac:picMk id="6" creationId="{5164FAAB-0C7E-38BE-51AD-B0E4DA99763A}"/>
          </ac:picMkLst>
        </pc:picChg>
        <pc:picChg chg="add mod">
          <ac:chgData name="Jayakumar Balasubramanian" userId="8583fe483b3fec00" providerId="LiveId" clId="{A96DC3B8-9715-466A-AD68-DF29DC579D96}" dt="2025-07-11T18:35:08.814" v="1170" actId="164"/>
          <ac:picMkLst>
            <pc:docMk/>
            <pc:sldMk cId="2196152501" sldId="1010"/>
            <ac:picMk id="8" creationId="{2F8F5DE1-31A5-2054-A0C3-335F8C26B910}"/>
          </ac:picMkLst>
        </pc:picChg>
        <pc:picChg chg="add mod">
          <ac:chgData name="Jayakumar Balasubramanian" userId="8583fe483b3fec00" providerId="LiveId" clId="{A96DC3B8-9715-466A-AD68-DF29DC579D96}" dt="2025-07-11T18:35:13.215" v="1171" actId="164"/>
          <ac:picMkLst>
            <pc:docMk/>
            <pc:sldMk cId="2196152501" sldId="1010"/>
            <ac:picMk id="12" creationId="{19D46F13-BC57-A80F-1D90-8E13619CDF41}"/>
          </ac:picMkLst>
        </pc:picChg>
      </pc:sldChg>
      <pc:sldChg chg="addSp delSp modSp add mod delAnim modAnim">
        <pc:chgData name="Jayakumar Balasubramanian" userId="8583fe483b3fec00" providerId="LiveId" clId="{A96DC3B8-9715-466A-AD68-DF29DC579D96}" dt="2025-07-11T18:50:29.994" v="1241" actId="207"/>
        <pc:sldMkLst>
          <pc:docMk/>
          <pc:sldMk cId="2606737671" sldId="1011"/>
        </pc:sldMkLst>
        <pc:spChg chg="mod">
          <ac:chgData name="Jayakumar Balasubramanian" userId="8583fe483b3fec00" providerId="LiveId" clId="{A96DC3B8-9715-466A-AD68-DF29DC579D96}" dt="2025-07-11T17:07:16.626" v="802" actId="20577"/>
          <ac:spMkLst>
            <pc:docMk/>
            <pc:sldMk cId="2606737671" sldId="1011"/>
            <ac:spMk id="2" creationId="{151B3F75-4AB6-C8BF-44F5-A6C772ECE896}"/>
          </ac:spMkLst>
        </pc:spChg>
        <pc:spChg chg="mod topLvl">
          <ac:chgData name="Jayakumar Balasubramanian" userId="8583fe483b3fec00" providerId="LiveId" clId="{A96DC3B8-9715-466A-AD68-DF29DC579D96}" dt="2025-07-11T18:50:19.921" v="1238" actId="207"/>
          <ac:spMkLst>
            <pc:docMk/>
            <pc:sldMk cId="2606737671" sldId="1011"/>
            <ac:spMk id="13" creationId="{7ABFBC0B-589B-06A7-3926-38E0104F438D}"/>
          </ac:spMkLst>
        </pc:spChg>
        <pc:spChg chg="mod topLvl">
          <ac:chgData name="Jayakumar Balasubramanian" userId="8583fe483b3fec00" providerId="LiveId" clId="{A96DC3B8-9715-466A-AD68-DF29DC579D96}" dt="2025-07-11T18:50:23.185" v="1239" actId="207"/>
          <ac:spMkLst>
            <pc:docMk/>
            <pc:sldMk cId="2606737671" sldId="1011"/>
            <ac:spMk id="18" creationId="{3D6D13E0-E667-8DAF-1EDF-19A10D2AE149}"/>
          </ac:spMkLst>
        </pc:spChg>
        <pc:spChg chg="mod topLvl">
          <ac:chgData name="Jayakumar Balasubramanian" userId="8583fe483b3fec00" providerId="LiveId" clId="{A96DC3B8-9715-466A-AD68-DF29DC579D96}" dt="2025-07-11T18:50:26.514" v="1240" actId="207"/>
          <ac:spMkLst>
            <pc:docMk/>
            <pc:sldMk cId="2606737671" sldId="1011"/>
            <ac:spMk id="23" creationId="{232DC31A-4126-99BE-EACA-701FDE66D92A}"/>
          </ac:spMkLst>
        </pc:spChg>
        <pc:spChg chg="mod topLvl">
          <ac:chgData name="Jayakumar Balasubramanian" userId="8583fe483b3fec00" providerId="LiveId" clId="{A96DC3B8-9715-466A-AD68-DF29DC579D96}" dt="2025-07-11T18:50:29.994" v="1241" actId="207"/>
          <ac:spMkLst>
            <pc:docMk/>
            <pc:sldMk cId="2606737671" sldId="1011"/>
            <ac:spMk id="28" creationId="{D970CBFC-37F9-466B-9326-255D14BF83DA}"/>
          </ac:spMkLst>
        </pc:spChg>
        <pc:grpChg chg="add mod">
          <ac:chgData name="Jayakumar Balasubramanian" userId="8583fe483b3fec00" providerId="LiveId" clId="{A96DC3B8-9715-466A-AD68-DF29DC579D96}" dt="2025-07-11T18:48:07" v="1224" actId="164"/>
          <ac:grpSpMkLst>
            <pc:docMk/>
            <pc:sldMk cId="2606737671" sldId="1011"/>
            <ac:grpSpMk id="24" creationId="{64E043E8-5A81-9BBC-378A-8818B3FC74EF}"/>
          </ac:grpSpMkLst>
        </pc:grpChg>
        <pc:grpChg chg="add mod">
          <ac:chgData name="Jayakumar Balasubramanian" userId="8583fe483b3fec00" providerId="LiveId" clId="{A96DC3B8-9715-466A-AD68-DF29DC579D96}" dt="2025-07-11T18:48:11.538" v="1225" actId="164"/>
          <ac:grpSpMkLst>
            <pc:docMk/>
            <pc:sldMk cId="2606737671" sldId="1011"/>
            <ac:grpSpMk id="27" creationId="{BC3C2C13-6C85-2C3A-B48F-B801094B615E}"/>
          </ac:grpSpMkLst>
        </pc:grpChg>
        <pc:grpChg chg="add mod">
          <ac:chgData name="Jayakumar Balasubramanian" userId="8583fe483b3fec00" providerId="LiveId" clId="{A96DC3B8-9715-466A-AD68-DF29DC579D96}" dt="2025-07-11T18:48:16.198" v="1226" actId="164"/>
          <ac:grpSpMkLst>
            <pc:docMk/>
            <pc:sldMk cId="2606737671" sldId="1011"/>
            <ac:grpSpMk id="29" creationId="{D6E5251B-B0C4-C498-2594-126E6857153C}"/>
          </ac:grpSpMkLst>
        </pc:grpChg>
        <pc:grpChg chg="add mod">
          <ac:chgData name="Jayakumar Balasubramanian" userId="8583fe483b3fec00" providerId="LiveId" clId="{A96DC3B8-9715-466A-AD68-DF29DC579D96}" dt="2025-07-11T18:48:20.822" v="1227" actId="164"/>
          <ac:grpSpMkLst>
            <pc:docMk/>
            <pc:sldMk cId="2606737671" sldId="1011"/>
            <ac:grpSpMk id="31" creationId="{EDD4CA09-880A-30AC-1B38-B50DB0A65ED2}"/>
          </ac:grpSpMkLst>
        </pc:grpChg>
        <pc:picChg chg="add mod">
          <ac:chgData name="Jayakumar Balasubramanian" userId="8583fe483b3fec00" providerId="LiveId" clId="{A96DC3B8-9715-466A-AD68-DF29DC579D96}" dt="2025-07-11T18:48:20.822" v="1227" actId="164"/>
          <ac:picMkLst>
            <pc:docMk/>
            <pc:sldMk cId="2606737671" sldId="1011"/>
            <ac:picMk id="3" creationId="{7120FD28-CDA3-A6B0-9F4C-DD34E622DA52}"/>
          </ac:picMkLst>
        </pc:picChg>
        <pc:picChg chg="add mod">
          <ac:chgData name="Jayakumar Balasubramanian" userId="8583fe483b3fec00" providerId="LiveId" clId="{A96DC3B8-9715-466A-AD68-DF29DC579D96}" dt="2025-07-11T18:48:16.198" v="1226" actId="164"/>
          <ac:picMkLst>
            <pc:docMk/>
            <pc:sldMk cId="2606737671" sldId="1011"/>
            <ac:picMk id="5" creationId="{D200A761-BB17-358E-BAA7-19CC41356D3E}"/>
          </ac:picMkLst>
        </pc:picChg>
        <pc:picChg chg="add mod">
          <ac:chgData name="Jayakumar Balasubramanian" userId="8583fe483b3fec00" providerId="LiveId" clId="{A96DC3B8-9715-466A-AD68-DF29DC579D96}" dt="2025-07-11T18:48:11.538" v="1225" actId="164"/>
          <ac:picMkLst>
            <pc:docMk/>
            <pc:sldMk cId="2606737671" sldId="1011"/>
            <ac:picMk id="17" creationId="{759FF8DF-C801-509F-5254-5201FC2EEDBB}"/>
          </ac:picMkLst>
        </pc:picChg>
        <pc:picChg chg="add mod">
          <ac:chgData name="Jayakumar Balasubramanian" userId="8583fe483b3fec00" providerId="LiveId" clId="{A96DC3B8-9715-466A-AD68-DF29DC579D96}" dt="2025-07-11T18:48:07" v="1224" actId="164"/>
          <ac:picMkLst>
            <pc:docMk/>
            <pc:sldMk cId="2606737671" sldId="1011"/>
            <ac:picMk id="22" creationId="{EF4E3135-CDBC-C1C9-128F-583EB7321E4D}"/>
          </ac:picMkLst>
        </pc:picChg>
      </pc:sldChg>
      <pc:sldChg chg="modSp add mod">
        <pc:chgData name="Jayakumar Balasubramanian" userId="8583fe483b3fec00" providerId="LiveId" clId="{A96DC3B8-9715-466A-AD68-DF29DC579D96}" dt="2025-07-11T17:03:33.722" v="625" actId="6549"/>
        <pc:sldMkLst>
          <pc:docMk/>
          <pc:sldMk cId="407873595" sldId="1012"/>
        </pc:sldMkLst>
        <pc:spChg chg="mod">
          <ac:chgData name="Jayakumar Balasubramanian" userId="8583fe483b3fec00" providerId="LiveId" clId="{A96DC3B8-9715-466A-AD68-DF29DC579D96}" dt="2025-07-11T17:03:33.722" v="625" actId="6549"/>
          <ac:spMkLst>
            <pc:docMk/>
            <pc:sldMk cId="407873595" sldId="1012"/>
            <ac:spMk id="4" creationId="{B72AA1C3-437D-DF33-FD29-28CBB703B713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2T03:42:54.228" v="1292"/>
        <pc:sldMkLst>
          <pc:docMk/>
          <pc:sldMk cId="2919751383" sldId="1013"/>
        </pc:sldMkLst>
        <pc:spChg chg="mod">
          <ac:chgData name="Jayakumar Balasubramanian" userId="8583fe483b3fec00" providerId="LiveId" clId="{A96DC3B8-9715-466A-AD68-DF29DC579D96}" dt="2025-07-12T03:36:38.864" v="1252" actId="6549"/>
          <ac:spMkLst>
            <pc:docMk/>
            <pc:sldMk cId="2919751383" sldId="1013"/>
            <ac:spMk id="2" creationId="{70DC732D-78DE-F28F-E3A9-30E80B508613}"/>
          </ac:spMkLst>
        </pc:spChg>
        <pc:spChg chg="mod">
          <ac:chgData name="Jayakumar Balasubramanian" userId="8583fe483b3fec00" providerId="LiveId" clId="{A96DC3B8-9715-466A-AD68-DF29DC579D96}" dt="2025-07-12T03:37:57.589" v="1254"/>
          <ac:spMkLst>
            <pc:docMk/>
            <pc:sldMk cId="2919751383" sldId="1013"/>
            <ac:spMk id="13" creationId="{7A659A84-C559-BC83-426F-8C8ADB94FCC7}"/>
          </ac:spMkLst>
        </pc:spChg>
        <pc:spChg chg="mod">
          <ac:chgData name="Jayakumar Balasubramanian" userId="8583fe483b3fec00" providerId="LiveId" clId="{A96DC3B8-9715-466A-AD68-DF29DC579D96}" dt="2025-07-12T03:38:09.499" v="1255"/>
          <ac:spMkLst>
            <pc:docMk/>
            <pc:sldMk cId="2919751383" sldId="1013"/>
            <ac:spMk id="18" creationId="{A1F08F26-2DE1-6FA6-AB5C-B4C4AD155BF4}"/>
          </ac:spMkLst>
        </pc:spChg>
        <pc:spChg chg="mod topLvl">
          <ac:chgData name="Jayakumar Balasubramanian" userId="8583fe483b3fec00" providerId="LiveId" clId="{A96DC3B8-9715-466A-AD68-DF29DC579D96}" dt="2025-07-12T03:42:33.011" v="1289" actId="164"/>
          <ac:spMkLst>
            <pc:docMk/>
            <pc:sldMk cId="2919751383" sldId="1013"/>
            <ac:spMk id="23" creationId="{147BF220-792C-88E2-EA4E-B653644E43C0}"/>
          </ac:spMkLst>
        </pc:spChg>
        <pc:spChg chg="mod topLvl">
          <ac:chgData name="Jayakumar Balasubramanian" userId="8583fe483b3fec00" providerId="LiveId" clId="{A96DC3B8-9715-466A-AD68-DF29DC579D96}" dt="2025-07-12T03:42:37.668" v="1290" actId="164"/>
          <ac:spMkLst>
            <pc:docMk/>
            <pc:sldMk cId="2919751383" sldId="1013"/>
            <ac:spMk id="28" creationId="{B6A14721-9396-A82A-73D0-38E44AA4C3F8}"/>
          </ac:spMkLst>
        </pc:spChg>
        <pc:grpChg chg="add mod">
          <ac:chgData name="Jayakumar Balasubramanian" userId="8583fe483b3fec00" providerId="LiveId" clId="{A96DC3B8-9715-466A-AD68-DF29DC579D96}" dt="2025-07-12T03:42:33.011" v="1289" actId="164"/>
          <ac:grpSpMkLst>
            <pc:docMk/>
            <pc:sldMk cId="2919751383" sldId="1013"/>
            <ac:grpSpMk id="7" creationId="{7D78AB39-E6BA-485E-9CDA-7288695D0071}"/>
          </ac:grpSpMkLst>
        </pc:grpChg>
        <pc:grpChg chg="add mod">
          <ac:chgData name="Jayakumar Balasubramanian" userId="8583fe483b3fec00" providerId="LiveId" clId="{A96DC3B8-9715-466A-AD68-DF29DC579D96}" dt="2025-07-12T03:42:37.668" v="1290" actId="164"/>
          <ac:grpSpMkLst>
            <pc:docMk/>
            <pc:sldMk cId="2919751383" sldId="1013"/>
            <ac:grpSpMk id="8" creationId="{459E127A-80F6-262E-4966-C8115CB55AE7}"/>
          </ac:grpSpMkLst>
        </pc:grpChg>
        <pc:grpChg chg="del mod">
          <ac:chgData name="Jayakumar Balasubramanian" userId="8583fe483b3fec00" providerId="LiveId" clId="{A96DC3B8-9715-466A-AD68-DF29DC579D96}" dt="2025-07-12T03:41:13.993" v="1275" actId="478"/>
          <ac:grpSpMkLst>
            <pc:docMk/>
            <pc:sldMk cId="2919751383" sldId="1013"/>
            <ac:grpSpMk id="41" creationId="{8DBB9568-593F-DBE5-CAC0-DCD4BAB39E34}"/>
          </ac:grpSpMkLst>
        </pc:grpChg>
        <pc:grpChg chg="del mod">
          <ac:chgData name="Jayakumar Balasubramanian" userId="8583fe483b3fec00" providerId="LiveId" clId="{A96DC3B8-9715-466A-AD68-DF29DC579D96}" dt="2025-07-12T03:41:38.283" v="1281" actId="478"/>
          <ac:grpSpMkLst>
            <pc:docMk/>
            <pc:sldMk cId="2919751383" sldId="1013"/>
            <ac:grpSpMk id="42" creationId="{95227D61-53C2-886B-DEE6-C82E665E4E27}"/>
          </ac:grpSpMkLst>
        </pc:grpChg>
        <pc:picChg chg="add mod">
          <ac:chgData name="Jayakumar Balasubramanian" userId="8583fe483b3fec00" providerId="LiveId" clId="{A96DC3B8-9715-466A-AD68-DF29DC579D96}" dt="2025-07-12T03:42:37.668" v="1290" actId="164"/>
          <ac:picMkLst>
            <pc:docMk/>
            <pc:sldMk cId="2919751383" sldId="1013"/>
            <ac:picMk id="4" creationId="{1FAA215F-1058-8AF3-8993-091A8B1FA6A5}"/>
          </ac:picMkLst>
        </pc:picChg>
        <pc:picChg chg="add mod">
          <ac:chgData name="Jayakumar Balasubramanian" userId="8583fe483b3fec00" providerId="LiveId" clId="{A96DC3B8-9715-466A-AD68-DF29DC579D96}" dt="2025-07-12T03:42:33.011" v="1289" actId="164"/>
          <ac:picMkLst>
            <pc:docMk/>
            <pc:sldMk cId="2919751383" sldId="1013"/>
            <ac:picMk id="6" creationId="{663C44A4-83AB-A8E3-DC8F-E5F4E324E8B1}"/>
          </ac:picMkLst>
        </pc:picChg>
        <pc:picChg chg="del mod topLvl">
          <ac:chgData name="Jayakumar Balasubramanian" userId="8583fe483b3fec00" providerId="LiveId" clId="{A96DC3B8-9715-466A-AD68-DF29DC579D96}" dt="2025-07-12T03:41:13.993" v="1275" actId="478"/>
          <ac:picMkLst>
            <pc:docMk/>
            <pc:sldMk cId="2919751383" sldId="1013"/>
            <ac:picMk id="34" creationId="{B7889D6D-0BCE-F7D7-5285-F560A7CF7027}"/>
          </ac:picMkLst>
        </pc:picChg>
        <pc:picChg chg="del mod topLvl">
          <ac:chgData name="Jayakumar Balasubramanian" userId="8583fe483b3fec00" providerId="LiveId" clId="{A96DC3B8-9715-466A-AD68-DF29DC579D96}" dt="2025-07-12T03:41:38.283" v="1281" actId="478"/>
          <ac:picMkLst>
            <pc:docMk/>
            <pc:sldMk cId="2919751383" sldId="1013"/>
            <ac:picMk id="38" creationId="{408692E9-627B-25CD-5731-DB5AA1C34BAD}"/>
          </ac:picMkLst>
        </pc:picChg>
      </pc:sldChg>
      <pc:sldChg chg="addSp delSp modSp new mod modAnim">
        <pc:chgData name="Jayakumar Balasubramanian" userId="8583fe483b3fec00" providerId="LiveId" clId="{A96DC3B8-9715-466A-AD68-DF29DC579D96}" dt="2025-07-12T08:41:08.844" v="2533"/>
        <pc:sldMkLst>
          <pc:docMk/>
          <pc:sldMk cId="796560762" sldId="1014"/>
        </pc:sldMkLst>
        <pc:spChg chg="del">
          <ac:chgData name="Jayakumar Balasubramanian" userId="8583fe483b3fec00" providerId="LiveId" clId="{A96DC3B8-9715-466A-AD68-DF29DC579D96}" dt="2025-07-12T04:12:39.083" v="1296" actId="478"/>
          <ac:spMkLst>
            <pc:docMk/>
            <pc:sldMk cId="796560762" sldId="1014"/>
            <ac:spMk id="2" creationId="{0E3C7DEB-4D5D-1625-E95B-5337ABA221BB}"/>
          </ac:spMkLst>
        </pc:spChg>
        <pc:spChg chg="mod">
          <ac:chgData name="Jayakumar Balasubramanian" userId="8583fe483b3fec00" providerId="LiveId" clId="{A96DC3B8-9715-466A-AD68-DF29DC579D96}" dt="2025-07-12T04:22:21.771" v="1343" actId="207"/>
          <ac:spMkLst>
            <pc:docMk/>
            <pc:sldMk cId="796560762" sldId="1014"/>
            <ac:spMk id="3" creationId="{181A5E10-F74A-9A39-85C5-2BD78B483ABD}"/>
          </ac:spMkLst>
        </pc:spChg>
        <pc:spChg chg="add mod">
          <ac:chgData name="Jayakumar Balasubramanian" userId="8583fe483b3fec00" providerId="LiveId" clId="{A96DC3B8-9715-466A-AD68-DF29DC579D96}" dt="2025-07-12T04:20:30.407" v="1327" actId="255"/>
          <ac:spMkLst>
            <pc:docMk/>
            <pc:sldMk cId="796560762" sldId="1014"/>
            <ac:spMk id="4" creationId="{C8BEBBC3-66F1-9A14-BE78-645D48BC1FBB}"/>
          </ac:spMkLst>
        </pc:spChg>
        <pc:picChg chg="add mod">
          <ac:chgData name="Jayakumar Balasubramanian" userId="8583fe483b3fec00" providerId="LiveId" clId="{A96DC3B8-9715-466A-AD68-DF29DC579D96}" dt="2025-07-12T04:22:39.516" v="1349" actId="1076"/>
          <ac:picMkLst>
            <pc:docMk/>
            <pc:sldMk cId="796560762" sldId="1014"/>
            <ac:picMk id="6" creationId="{535A473D-BAB8-DC3B-54CC-FC8900B4D135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1:27.261" v="2534"/>
        <pc:sldMkLst>
          <pc:docMk/>
          <pc:sldMk cId="1089925396" sldId="1015"/>
        </pc:sldMkLst>
        <pc:spChg chg="mod">
          <ac:chgData name="Jayakumar Balasubramanian" userId="8583fe483b3fec00" providerId="LiveId" clId="{A96DC3B8-9715-466A-AD68-DF29DC579D96}" dt="2025-07-12T04:31:41.365" v="1391" actId="207"/>
          <ac:spMkLst>
            <pc:docMk/>
            <pc:sldMk cId="1089925396" sldId="1015"/>
            <ac:spMk id="3" creationId="{C46CCB03-1C96-EBF6-3A11-18AEADA05062}"/>
          </ac:spMkLst>
        </pc:spChg>
        <pc:spChg chg="mod">
          <ac:chgData name="Jayakumar Balasubramanian" userId="8583fe483b3fec00" providerId="LiveId" clId="{A96DC3B8-9715-466A-AD68-DF29DC579D96}" dt="2025-07-12T04:23:16.617" v="1375" actId="6549"/>
          <ac:spMkLst>
            <pc:docMk/>
            <pc:sldMk cId="1089925396" sldId="1015"/>
            <ac:spMk id="4" creationId="{A19475A0-25E3-9C62-3AE5-3CC5B926CE1F}"/>
          </ac:spMkLst>
        </pc:spChg>
        <pc:picChg chg="add mod">
          <ac:chgData name="Jayakumar Balasubramanian" userId="8583fe483b3fec00" providerId="LiveId" clId="{A96DC3B8-9715-466A-AD68-DF29DC579D96}" dt="2025-07-12T04:23:36.070" v="1383" actId="1076"/>
          <ac:picMkLst>
            <pc:docMk/>
            <pc:sldMk cId="1089925396" sldId="1015"/>
            <ac:picMk id="5" creationId="{8E446024-F373-7A9C-6DB8-D4610F3AE0A2}"/>
          </ac:picMkLst>
        </pc:picChg>
        <pc:picChg chg="del">
          <ac:chgData name="Jayakumar Balasubramanian" userId="8583fe483b3fec00" providerId="LiveId" clId="{A96DC3B8-9715-466A-AD68-DF29DC579D96}" dt="2025-07-12T04:23:27.879" v="1379" actId="478"/>
          <ac:picMkLst>
            <pc:docMk/>
            <pc:sldMk cId="1089925396" sldId="1015"/>
            <ac:picMk id="6" creationId="{EC9A1D4D-A2D7-6312-9113-8F729B8F8C5B}"/>
          </ac:picMkLst>
        </pc:picChg>
      </pc:sldChg>
      <pc:sldChg chg="addSp delSp modSp new mod modClrScheme modAnim chgLayout">
        <pc:chgData name="Jayakumar Balasubramanian" userId="8583fe483b3fec00" providerId="LiveId" clId="{A96DC3B8-9715-466A-AD68-DF29DC579D96}" dt="2025-07-12T04:50:17.074" v="1504"/>
        <pc:sldMkLst>
          <pc:docMk/>
          <pc:sldMk cId="2829329277" sldId="1016"/>
        </pc:sldMkLst>
        <pc:spChg chg="del mod ord">
          <ac:chgData name="Jayakumar Balasubramanian" userId="8583fe483b3fec00" providerId="LiveId" clId="{A96DC3B8-9715-466A-AD68-DF29DC579D96}" dt="2025-07-12T04:46:54.927" v="1416" actId="700"/>
          <ac:spMkLst>
            <pc:docMk/>
            <pc:sldMk cId="2829329277" sldId="1016"/>
            <ac:spMk id="2" creationId="{B798F7D0-9D67-CA38-E2BB-FD7F2A18600B}"/>
          </ac:spMkLst>
        </pc:spChg>
        <pc:spChg chg="add mod ord">
          <ac:chgData name="Jayakumar Balasubramanian" userId="8583fe483b3fec00" providerId="LiveId" clId="{A96DC3B8-9715-466A-AD68-DF29DC579D96}" dt="2025-07-12T04:47:31.671" v="1472" actId="255"/>
          <ac:spMkLst>
            <pc:docMk/>
            <pc:sldMk cId="2829329277" sldId="1016"/>
            <ac:spMk id="3" creationId="{4B556D2C-3E30-3A13-CB32-5A573ABAA3D5}"/>
          </ac:spMkLst>
        </pc:spChg>
        <pc:spChg chg="add del mod ord">
          <ac:chgData name="Jayakumar Balasubramanian" userId="8583fe483b3fec00" providerId="LiveId" clId="{A96DC3B8-9715-466A-AD68-DF29DC579D96}" dt="2025-07-12T04:47:42.881" v="1473" actId="931"/>
          <ac:spMkLst>
            <pc:docMk/>
            <pc:sldMk cId="2829329277" sldId="1016"/>
            <ac:spMk id="4" creationId="{475A5493-BA2A-9532-18D9-1BEC48A30A10}"/>
          </ac:spMkLst>
        </pc:spChg>
        <pc:spChg chg="add mod">
          <ac:chgData name="Jayakumar Balasubramanian" userId="8583fe483b3fec00" providerId="LiveId" clId="{A96DC3B8-9715-466A-AD68-DF29DC579D96}" dt="2025-07-12T04:49:44.291" v="1497" actId="1076"/>
          <ac:spMkLst>
            <pc:docMk/>
            <pc:sldMk cId="2829329277" sldId="1016"/>
            <ac:spMk id="8" creationId="{CED37E36-32BB-47FD-9420-930F5DEF8506}"/>
          </ac:spMkLst>
        </pc:spChg>
        <pc:picChg chg="add mod modCrop">
          <ac:chgData name="Jayakumar Balasubramanian" userId="8583fe483b3fec00" providerId="LiveId" clId="{A96DC3B8-9715-466A-AD68-DF29DC579D96}" dt="2025-07-12T04:49:47.051" v="1498" actId="1076"/>
          <ac:picMkLst>
            <pc:docMk/>
            <pc:sldMk cId="2829329277" sldId="1016"/>
            <ac:picMk id="6" creationId="{132A2FFB-EE8A-EE69-92BE-605CBB34D334}"/>
          </ac:picMkLst>
        </pc:picChg>
      </pc:sldChg>
      <pc:sldChg chg="addSp modSp new mod modAnim">
        <pc:chgData name="Jayakumar Balasubramanian" userId="8583fe483b3fec00" providerId="LiveId" clId="{A96DC3B8-9715-466A-AD68-DF29DC579D96}" dt="2025-07-12T05:12:25.505" v="1608"/>
        <pc:sldMkLst>
          <pc:docMk/>
          <pc:sldMk cId="3400917339" sldId="1017"/>
        </pc:sldMkLst>
        <pc:spChg chg="mod">
          <ac:chgData name="Jayakumar Balasubramanian" userId="8583fe483b3fec00" providerId="LiveId" clId="{A96DC3B8-9715-466A-AD68-DF29DC579D96}" dt="2025-07-12T05:12:02.140" v="1606" actId="207"/>
          <ac:spMkLst>
            <pc:docMk/>
            <pc:sldMk cId="3400917339" sldId="1017"/>
            <ac:spMk id="2" creationId="{649005BB-6A9C-E9ED-0CF1-1DA5A3857DE1}"/>
          </ac:spMkLst>
        </pc:spChg>
        <pc:spChg chg="mod">
          <ac:chgData name="Jayakumar Balasubramanian" userId="8583fe483b3fec00" providerId="LiveId" clId="{A96DC3B8-9715-466A-AD68-DF29DC579D96}" dt="2025-07-12T05:09:43.258" v="1595" actId="12"/>
          <ac:spMkLst>
            <pc:docMk/>
            <pc:sldMk cId="3400917339" sldId="1017"/>
            <ac:spMk id="3" creationId="{087777D1-4A82-244B-B853-329300DABEBE}"/>
          </ac:spMkLst>
        </pc:spChg>
        <pc:picChg chg="add mod">
          <ac:chgData name="Jayakumar Balasubramanian" userId="8583fe483b3fec00" providerId="LiveId" clId="{A96DC3B8-9715-466A-AD68-DF29DC579D96}" dt="2025-07-12T05:09:48.116" v="1596" actId="1076"/>
          <ac:picMkLst>
            <pc:docMk/>
            <pc:sldMk cId="3400917339" sldId="1017"/>
            <ac:picMk id="5" creationId="{0EAB13ED-10DC-555C-9711-CA09CBB32A2A}"/>
          </ac:picMkLst>
        </pc:picChg>
      </pc:sldChg>
      <pc:sldChg chg="addSp delSp modSp new mod modAnim">
        <pc:chgData name="Jayakumar Balasubramanian" userId="8583fe483b3fec00" providerId="LiveId" clId="{A96DC3B8-9715-466A-AD68-DF29DC579D96}" dt="2025-07-12T07:59:28.922" v="1820" actId="20577"/>
        <pc:sldMkLst>
          <pc:docMk/>
          <pc:sldMk cId="974022673" sldId="1018"/>
        </pc:sldMkLst>
        <pc:spChg chg="mod">
          <ac:chgData name="Jayakumar Balasubramanian" userId="8583fe483b3fec00" providerId="LiveId" clId="{A96DC3B8-9715-466A-AD68-DF29DC579D96}" dt="2025-07-12T07:51:51.186" v="1799" actId="20577"/>
          <ac:spMkLst>
            <pc:docMk/>
            <pc:sldMk cId="974022673" sldId="1018"/>
            <ac:spMk id="2" creationId="{8F151C15-4625-C566-3A26-C0A901201D36}"/>
          </ac:spMkLst>
        </pc:spChg>
        <pc:spChg chg="mod">
          <ac:chgData name="Jayakumar Balasubramanian" userId="8583fe483b3fec00" providerId="LiveId" clId="{A96DC3B8-9715-466A-AD68-DF29DC579D96}" dt="2025-07-12T07:59:28.922" v="1820" actId="20577"/>
          <ac:spMkLst>
            <pc:docMk/>
            <pc:sldMk cId="974022673" sldId="1018"/>
            <ac:spMk id="3" creationId="{4AB20290-7847-E4D7-2789-2DE5404DE00F}"/>
          </ac:spMkLst>
        </pc:spChg>
        <pc:spChg chg="add del">
          <ac:chgData name="Jayakumar Balasubramanian" userId="8583fe483b3fec00" providerId="LiveId" clId="{A96DC3B8-9715-466A-AD68-DF29DC579D96}" dt="2025-07-12T05:13:15.417" v="1615" actId="22"/>
          <ac:spMkLst>
            <pc:docMk/>
            <pc:sldMk cId="974022673" sldId="1018"/>
            <ac:spMk id="5" creationId="{7952B688-449D-FA70-82FD-AD77E8E09EEF}"/>
          </ac:spMkLst>
        </pc:spChg>
        <pc:picChg chg="add mod">
          <ac:chgData name="Jayakumar Balasubramanian" userId="8583fe483b3fec00" providerId="LiveId" clId="{A96DC3B8-9715-466A-AD68-DF29DC579D96}" dt="2025-07-12T07:58:43.152" v="1817" actId="1076"/>
          <ac:picMkLst>
            <pc:docMk/>
            <pc:sldMk cId="974022673" sldId="1018"/>
            <ac:picMk id="7" creationId="{82440B27-7DED-D392-2DE3-5B2955C3233C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5:13:07.101" v="1613" actId="22"/>
        <pc:sldMkLst>
          <pc:docMk/>
          <pc:sldMk cId="2571599547" sldId="1019"/>
        </pc:sldMkLst>
        <pc:spChg chg="mod">
          <ac:chgData name="Jayakumar Balasubramanian" userId="8583fe483b3fec00" providerId="LiveId" clId="{A96DC3B8-9715-466A-AD68-DF29DC579D96}" dt="2025-07-12T05:12:13.039" v="1607" actId="207"/>
          <ac:spMkLst>
            <pc:docMk/>
            <pc:sldMk cId="2571599547" sldId="1019"/>
            <ac:spMk id="2" creationId="{38407BF9-D9B4-FFB2-3DD9-A41301DF20C0}"/>
          </ac:spMkLst>
        </pc:spChg>
        <pc:spChg chg="mod">
          <ac:chgData name="Jayakumar Balasubramanian" userId="8583fe483b3fec00" providerId="LiveId" clId="{A96DC3B8-9715-466A-AD68-DF29DC579D96}" dt="2025-07-12T05:11:02.558" v="1604" actId="12"/>
          <ac:spMkLst>
            <pc:docMk/>
            <pc:sldMk cId="2571599547" sldId="1019"/>
            <ac:spMk id="3" creationId="{0B795172-1CD9-12D9-E30B-C3E43C9CF7CD}"/>
          </ac:spMkLst>
        </pc:spChg>
        <pc:spChg chg="add del">
          <ac:chgData name="Jayakumar Balasubramanian" userId="8583fe483b3fec00" providerId="LiveId" clId="{A96DC3B8-9715-466A-AD68-DF29DC579D96}" dt="2025-07-12T05:13:01.481" v="1611" actId="22"/>
          <ac:spMkLst>
            <pc:docMk/>
            <pc:sldMk cId="2571599547" sldId="1019"/>
            <ac:spMk id="7" creationId="{F7FDDD94-CDE2-DA05-4CAE-E916EEDB635A}"/>
          </ac:spMkLst>
        </pc:spChg>
        <pc:spChg chg="add del">
          <ac:chgData name="Jayakumar Balasubramanian" userId="8583fe483b3fec00" providerId="LiveId" clId="{A96DC3B8-9715-466A-AD68-DF29DC579D96}" dt="2025-07-12T05:13:07.101" v="1613" actId="22"/>
          <ac:spMkLst>
            <pc:docMk/>
            <pc:sldMk cId="2571599547" sldId="1019"/>
            <ac:spMk id="9" creationId="{D46A5E4F-A8EC-269E-291F-C6540B0DBA53}"/>
          </ac:spMkLst>
        </pc:spChg>
        <pc:picChg chg="add mod">
          <ac:chgData name="Jayakumar Balasubramanian" userId="8583fe483b3fec00" providerId="LiveId" clId="{A96DC3B8-9715-466A-AD68-DF29DC579D96}" dt="2025-07-12T05:05:55.921" v="1557" actId="1076"/>
          <ac:picMkLst>
            <pc:docMk/>
            <pc:sldMk cId="2571599547" sldId="1019"/>
            <ac:picMk id="5" creationId="{0975ACB8-1178-2AB4-D0C2-E2D0F18796A3}"/>
          </ac:picMkLst>
        </pc:picChg>
      </pc:sldChg>
      <pc:sldChg chg="addSp delSp modSp add mod ord modAnim">
        <pc:chgData name="Jayakumar Balasubramanian" userId="8583fe483b3fec00" providerId="LiveId" clId="{A96DC3B8-9715-466A-AD68-DF29DC579D96}" dt="2025-07-12T06:19:02.670" v="1762" actId="14100"/>
        <pc:sldMkLst>
          <pc:docMk/>
          <pc:sldMk cId="908033606" sldId="1020"/>
        </pc:sldMkLst>
        <pc:spChg chg="mod">
          <ac:chgData name="Jayakumar Balasubramanian" userId="8583fe483b3fec00" providerId="LiveId" clId="{A96DC3B8-9715-466A-AD68-DF29DC579D96}" dt="2025-07-12T05:35:41.369" v="1665" actId="255"/>
          <ac:spMkLst>
            <pc:docMk/>
            <pc:sldMk cId="908033606" sldId="1020"/>
            <ac:spMk id="2" creationId="{B98A0006-2301-932C-C03A-5F5723BE8269}"/>
          </ac:spMkLst>
        </pc:spChg>
        <pc:spChg chg="mod">
          <ac:chgData name="Jayakumar Balasubramanian" userId="8583fe483b3fec00" providerId="LiveId" clId="{A96DC3B8-9715-466A-AD68-DF29DC579D96}" dt="2025-07-12T06:19:02.670" v="1762" actId="14100"/>
          <ac:spMkLst>
            <pc:docMk/>
            <pc:sldMk cId="908033606" sldId="1020"/>
            <ac:spMk id="3" creationId="{A5511936-D1D1-2620-FB0E-4D8E824539B0}"/>
          </ac:spMkLst>
        </pc:spChg>
        <pc:picChg chg="del">
          <ac:chgData name="Jayakumar Balasubramanian" userId="8583fe483b3fec00" providerId="LiveId" clId="{A96DC3B8-9715-466A-AD68-DF29DC579D96}" dt="2025-07-12T05:15:44.111" v="1630" actId="478"/>
          <ac:picMkLst>
            <pc:docMk/>
            <pc:sldMk cId="908033606" sldId="1020"/>
            <ac:picMk id="5" creationId="{8AD22960-DF02-077B-C488-E2A1311C44CF}"/>
          </ac:picMkLst>
        </pc:picChg>
        <pc:picChg chg="add mod">
          <ac:chgData name="Jayakumar Balasubramanian" userId="8583fe483b3fec00" providerId="LiveId" clId="{A96DC3B8-9715-466A-AD68-DF29DC579D96}" dt="2025-07-12T05:15:49.460" v="1632" actId="1076"/>
          <ac:picMkLst>
            <pc:docMk/>
            <pc:sldMk cId="908033606" sldId="1020"/>
            <ac:picMk id="6" creationId="{7E28B9AA-0226-1A65-FFF4-40131944B3DB}"/>
          </ac:picMkLst>
        </pc:picChg>
      </pc:sldChg>
      <pc:sldChg chg="modSp add mod modAnim">
        <pc:chgData name="Jayakumar Balasubramanian" userId="8583fe483b3fec00" providerId="LiveId" clId="{A96DC3B8-9715-466A-AD68-DF29DC579D96}" dt="2025-07-12T06:23:05.120" v="1765" actId="12"/>
        <pc:sldMkLst>
          <pc:docMk/>
          <pc:sldMk cId="2160697142" sldId="1021"/>
        </pc:sldMkLst>
        <pc:spChg chg="mod">
          <ac:chgData name="Jayakumar Balasubramanian" userId="8583fe483b3fec00" providerId="LiveId" clId="{A96DC3B8-9715-466A-AD68-DF29DC579D96}" dt="2025-07-12T05:35:56.178" v="1668" actId="255"/>
          <ac:spMkLst>
            <pc:docMk/>
            <pc:sldMk cId="2160697142" sldId="1021"/>
            <ac:spMk id="2" creationId="{0FAC009A-B63C-4671-8AB5-5107A1E7F571}"/>
          </ac:spMkLst>
        </pc:spChg>
        <pc:spChg chg="mod ord">
          <ac:chgData name="Jayakumar Balasubramanian" userId="8583fe483b3fec00" providerId="LiveId" clId="{A96DC3B8-9715-466A-AD68-DF29DC579D96}" dt="2025-07-12T06:23:05.120" v="1765" actId="12"/>
          <ac:spMkLst>
            <pc:docMk/>
            <pc:sldMk cId="2160697142" sldId="1021"/>
            <ac:spMk id="3" creationId="{D0A748E4-C921-F82D-5252-C068CF8D7B25}"/>
          </ac:spMkLst>
        </pc:spChg>
        <pc:picChg chg="mod">
          <ac:chgData name="Jayakumar Balasubramanian" userId="8583fe483b3fec00" providerId="LiveId" clId="{A96DC3B8-9715-466A-AD68-DF29DC579D96}" dt="2025-07-12T06:15:24.986" v="1732" actId="1076"/>
          <ac:picMkLst>
            <pc:docMk/>
            <pc:sldMk cId="2160697142" sldId="1021"/>
            <ac:picMk id="5" creationId="{E1CC6841-A78B-D718-636D-E802FB738663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4:04.030" v="1768" actId="12"/>
        <pc:sldMkLst>
          <pc:docMk/>
          <pc:sldMk cId="2040336914" sldId="1022"/>
        </pc:sldMkLst>
        <pc:spChg chg="mod">
          <ac:chgData name="Jayakumar Balasubramanian" userId="8583fe483b3fec00" providerId="LiveId" clId="{A96DC3B8-9715-466A-AD68-DF29DC579D96}" dt="2025-07-12T05:36:21.760" v="1672" actId="255"/>
          <ac:spMkLst>
            <pc:docMk/>
            <pc:sldMk cId="2040336914" sldId="1022"/>
            <ac:spMk id="2" creationId="{7BE8DD1B-DF15-1533-7963-A43AFCE325DF}"/>
          </ac:spMkLst>
        </pc:spChg>
        <pc:spChg chg="mod">
          <ac:chgData name="Jayakumar Balasubramanian" userId="8583fe483b3fec00" providerId="LiveId" clId="{A96DC3B8-9715-466A-AD68-DF29DC579D96}" dt="2025-07-12T06:24:04.030" v="1768" actId="12"/>
          <ac:spMkLst>
            <pc:docMk/>
            <pc:sldMk cId="2040336914" sldId="1022"/>
            <ac:spMk id="3" creationId="{4F48C5D6-74F0-D81F-BF87-1185411F179A}"/>
          </ac:spMkLst>
        </pc:spChg>
        <pc:picChg chg="del">
          <ac:chgData name="Jayakumar Balasubramanian" userId="8583fe483b3fec00" providerId="LiveId" clId="{A96DC3B8-9715-466A-AD68-DF29DC579D96}" dt="2025-07-12T05:16:44.512" v="1637" actId="478"/>
          <ac:picMkLst>
            <pc:docMk/>
            <pc:sldMk cId="2040336914" sldId="1022"/>
            <ac:picMk id="5" creationId="{BC5C6438-6B0D-ADF0-DBD3-821303C758E6}"/>
          </ac:picMkLst>
        </pc:picChg>
        <pc:picChg chg="add mod">
          <ac:chgData name="Jayakumar Balasubramanian" userId="8583fe483b3fec00" providerId="LiveId" clId="{A96DC3B8-9715-466A-AD68-DF29DC579D96}" dt="2025-07-12T06:15:40.143" v="1733" actId="1076"/>
          <ac:picMkLst>
            <pc:docMk/>
            <pc:sldMk cId="2040336914" sldId="1022"/>
            <ac:picMk id="6" creationId="{C7B92ACB-A740-12FC-751D-81994BBA3270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4:58.920" v="1771" actId="12"/>
        <pc:sldMkLst>
          <pc:docMk/>
          <pc:sldMk cId="2935153140" sldId="1023"/>
        </pc:sldMkLst>
        <pc:spChg chg="mod">
          <ac:chgData name="Jayakumar Balasubramanian" userId="8583fe483b3fec00" providerId="LiveId" clId="{A96DC3B8-9715-466A-AD68-DF29DC579D96}" dt="2025-07-12T05:36:36.081" v="1676" actId="6549"/>
          <ac:spMkLst>
            <pc:docMk/>
            <pc:sldMk cId="2935153140" sldId="1023"/>
            <ac:spMk id="2" creationId="{912F9817-EAAA-A1A8-CB97-A11E80477B77}"/>
          </ac:spMkLst>
        </pc:spChg>
        <pc:spChg chg="mod">
          <ac:chgData name="Jayakumar Balasubramanian" userId="8583fe483b3fec00" providerId="LiveId" clId="{A96DC3B8-9715-466A-AD68-DF29DC579D96}" dt="2025-07-12T06:24:58.920" v="1771" actId="12"/>
          <ac:spMkLst>
            <pc:docMk/>
            <pc:sldMk cId="2935153140" sldId="1023"/>
            <ac:spMk id="3" creationId="{573496CE-65CC-4E03-07C5-197B4C48EA07}"/>
          </ac:spMkLst>
        </pc:spChg>
        <pc:picChg chg="mod">
          <ac:chgData name="Jayakumar Balasubramanian" userId="8583fe483b3fec00" providerId="LiveId" clId="{A96DC3B8-9715-466A-AD68-DF29DC579D96}" dt="2025-07-12T06:16:20.574" v="1742" actId="1076"/>
          <ac:picMkLst>
            <pc:docMk/>
            <pc:sldMk cId="2935153140" sldId="1023"/>
            <ac:picMk id="5" creationId="{74B2BE03-E299-F09A-16D8-7449AEA72A69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5:45.189" v="1773" actId="12"/>
        <pc:sldMkLst>
          <pc:docMk/>
          <pc:sldMk cId="165051469" sldId="1024"/>
        </pc:sldMkLst>
        <pc:spChg chg="mod">
          <ac:chgData name="Jayakumar Balasubramanian" userId="8583fe483b3fec00" providerId="LiveId" clId="{A96DC3B8-9715-466A-AD68-DF29DC579D96}" dt="2025-07-12T05:36:59.468" v="1678" actId="255"/>
          <ac:spMkLst>
            <pc:docMk/>
            <pc:sldMk cId="165051469" sldId="1024"/>
            <ac:spMk id="2" creationId="{EAA09735-824F-7D7D-C760-240BD0589B49}"/>
          </ac:spMkLst>
        </pc:spChg>
        <pc:spChg chg="mod">
          <ac:chgData name="Jayakumar Balasubramanian" userId="8583fe483b3fec00" providerId="LiveId" clId="{A96DC3B8-9715-466A-AD68-DF29DC579D96}" dt="2025-07-12T06:25:45.189" v="1773" actId="12"/>
          <ac:spMkLst>
            <pc:docMk/>
            <pc:sldMk cId="165051469" sldId="1024"/>
            <ac:spMk id="3" creationId="{4A4FD0CE-566D-BE74-5FB4-0BA4A8ED41E3}"/>
          </ac:spMkLst>
        </pc:spChg>
        <pc:picChg chg="del">
          <ac:chgData name="Jayakumar Balasubramanian" userId="8583fe483b3fec00" providerId="LiveId" clId="{A96DC3B8-9715-466A-AD68-DF29DC579D96}" dt="2025-07-12T05:18:32.222" v="1644" actId="478"/>
          <ac:picMkLst>
            <pc:docMk/>
            <pc:sldMk cId="165051469" sldId="1024"/>
            <ac:picMk id="5" creationId="{95E70212-5863-0AD3-3786-BEF62FD6A7D1}"/>
          </ac:picMkLst>
        </pc:picChg>
        <pc:picChg chg="add mod">
          <ac:chgData name="Jayakumar Balasubramanian" userId="8583fe483b3fec00" providerId="LiveId" clId="{A96DC3B8-9715-466A-AD68-DF29DC579D96}" dt="2025-07-12T05:18:38.444" v="1647" actId="1076"/>
          <ac:picMkLst>
            <pc:docMk/>
            <pc:sldMk cId="165051469" sldId="1024"/>
            <ac:picMk id="6" creationId="{662AA007-3787-AC7F-BE73-68113F7261BB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6:05.654" v="1775" actId="12"/>
        <pc:sldMkLst>
          <pc:docMk/>
          <pc:sldMk cId="4005693393" sldId="1025"/>
        </pc:sldMkLst>
        <pc:spChg chg="mod">
          <ac:chgData name="Jayakumar Balasubramanian" userId="8583fe483b3fec00" providerId="LiveId" clId="{A96DC3B8-9715-466A-AD68-DF29DC579D96}" dt="2025-07-12T05:37:08.733" v="1680" actId="255"/>
          <ac:spMkLst>
            <pc:docMk/>
            <pc:sldMk cId="4005693393" sldId="1025"/>
            <ac:spMk id="2" creationId="{9D6E33AD-9EDB-A94F-E2B2-20B8EEDAEE30}"/>
          </ac:spMkLst>
        </pc:spChg>
        <pc:spChg chg="mod">
          <ac:chgData name="Jayakumar Balasubramanian" userId="8583fe483b3fec00" providerId="LiveId" clId="{A96DC3B8-9715-466A-AD68-DF29DC579D96}" dt="2025-07-12T06:26:05.654" v="1775" actId="12"/>
          <ac:spMkLst>
            <pc:docMk/>
            <pc:sldMk cId="4005693393" sldId="1025"/>
            <ac:spMk id="3" creationId="{89F49D6D-9E94-A51C-688A-140AAF70BF51}"/>
          </ac:spMkLst>
        </pc:spChg>
        <pc:picChg chg="mod">
          <ac:chgData name="Jayakumar Balasubramanian" userId="8583fe483b3fec00" providerId="LiveId" clId="{A96DC3B8-9715-466A-AD68-DF29DC579D96}" dt="2025-07-12T06:16:51.871" v="1746" actId="1076"/>
          <ac:picMkLst>
            <pc:docMk/>
            <pc:sldMk cId="4005693393" sldId="1025"/>
            <ac:picMk id="5" creationId="{07E796C5-2E9D-590C-4F33-F72D20643796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6:58.461" v="1779" actId="12"/>
        <pc:sldMkLst>
          <pc:docMk/>
          <pc:sldMk cId="2643533008" sldId="1026"/>
        </pc:sldMkLst>
        <pc:spChg chg="mod">
          <ac:chgData name="Jayakumar Balasubramanian" userId="8583fe483b3fec00" providerId="LiveId" clId="{A96DC3B8-9715-466A-AD68-DF29DC579D96}" dt="2025-07-12T05:42:52.809" v="1681"/>
          <ac:spMkLst>
            <pc:docMk/>
            <pc:sldMk cId="2643533008" sldId="1026"/>
            <ac:spMk id="2" creationId="{FF3BBC43-47FE-BB3C-D5BA-C359D6ECB2CB}"/>
          </ac:spMkLst>
        </pc:spChg>
        <pc:spChg chg="mod">
          <ac:chgData name="Jayakumar Balasubramanian" userId="8583fe483b3fec00" providerId="LiveId" clId="{A96DC3B8-9715-466A-AD68-DF29DC579D96}" dt="2025-07-12T06:26:58.461" v="1779" actId="12"/>
          <ac:spMkLst>
            <pc:docMk/>
            <pc:sldMk cId="2643533008" sldId="1026"/>
            <ac:spMk id="3" creationId="{43BB29C8-A9E2-AD7A-AFEE-763A9BEB9479}"/>
          </ac:spMkLst>
        </pc:spChg>
        <pc:picChg chg="del">
          <ac:chgData name="Jayakumar Balasubramanian" userId="8583fe483b3fec00" providerId="LiveId" clId="{A96DC3B8-9715-466A-AD68-DF29DC579D96}" dt="2025-07-12T05:20:21.353" v="1648" actId="478"/>
          <ac:picMkLst>
            <pc:docMk/>
            <pc:sldMk cId="2643533008" sldId="1026"/>
            <ac:picMk id="5" creationId="{7D37FF80-1C6A-4A4E-1E95-D874F36F5CE6}"/>
          </ac:picMkLst>
        </pc:picChg>
        <pc:picChg chg="add mod">
          <ac:chgData name="Jayakumar Balasubramanian" userId="8583fe483b3fec00" providerId="LiveId" clId="{A96DC3B8-9715-466A-AD68-DF29DC579D96}" dt="2025-07-12T05:20:40.179" v="1656" actId="1076"/>
          <ac:picMkLst>
            <pc:docMk/>
            <pc:sldMk cId="2643533008" sldId="1026"/>
            <ac:picMk id="6" creationId="{693CEC03-7F0D-E0BF-6FF5-56F455CF379D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7:15.507" v="1780" actId="12"/>
        <pc:sldMkLst>
          <pc:docMk/>
          <pc:sldMk cId="2188496250" sldId="1027"/>
        </pc:sldMkLst>
        <pc:spChg chg="mod">
          <ac:chgData name="Jayakumar Balasubramanian" userId="8583fe483b3fec00" providerId="LiveId" clId="{A96DC3B8-9715-466A-AD68-DF29DC579D96}" dt="2025-07-12T05:42:57.173" v="1682"/>
          <ac:spMkLst>
            <pc:docMk/>
            <pc:sldMk cId="2188496250" sldId="1027"/>
            <ac:spMk id="2" creationId="{E6125CEC-9B15-40CB-203C-B7D22E921C4B}"/>
          </ac:spMkLst>
        </pc:spChg>
        <pc:spChg chg="mod">
          <ac:chgData name="Jayakumar Balasubramanian" userId="8583fe483b3fec00" providerId="LiveId" clId="{A96DC3B8-9715-466A-AD68-DF29DC579D96}" dt="2025-07-12T06:27:15.507" v="1780" actId="12"/>
          <ac:spMkLst>
            <pc:docMk/>
            <pc:sldMk cId="2188496250" sldId="1027"/>
            <ac:spMk id="3" creationId="{F2CAECFC-AFD6-2A61-9156-C5FF8A41B6A1}"/>
          </ac:spMkLst>
        </pc:spChg>
        <pc:picChg chg="mod">
          <ac:chgData name="Jayakumar Balasubramanian" userId="8583fe483b3fec00" providerId="LiveId" clId="{A96DC3B8-9715-466A-AD68-DF29DC579D96}" dt="2025-07-12T06:17:17.600" v="1752" actId="1076"/>
          <ac:picMkLst>
            <pc:docMk/>
            <pc:sldMk cId="2188496250" sldId="1027"/>
            <ac:picMk id="5" creationId="{E529B250-D990-7BE7-C8ED-CABA28AAC6E4}"/>
          </ac:picMkLst>
        </pc:picChg>
      </pc:sldChg>
      <pc:sldChg chg="addSp delSp modSp add mod modClrScheme delAnim modAnim chgLayout">
        <pc:chgData name="Jayakumar Balasubramanian" userId="8583fe483b3fec00" providerId="LiveId" clId="{A96DC3B8-9715-466A-AD68-DF29DC579D96}" dt="2025-07-12T08:11:35.535" v="2171" actId="700"/>
        <pc:sldMkLst>
          <pc:docMk/>
          <pc:sldMk cId="3419898237" sldId="1028"/>
        </pc:sldMkLst>
        <pc:spChg chg="mod ord">
          <ac:chgData name="Jayakumar Balasubramanian" userId="8583fe483b3fec00" providerId="LiveId" clId="{A96DC3B8-9715-466A-AD68-DF29DC579D96}" dt="2025-07-12T08:11:35.535" v="2171" actId="700"/>
          <ac:spMkLst>
            <pc:docMk/>
            <pc:sldMk cId="3419898237" sldId="1028"/>
            <ac:spMk id="2" creationId="{B70F0530-F153-292F-FD66-72E9154835CE}"/>
          </ac:spMkLst>
        </pc:spChg>
        <pc:spChg chg="mod topLvl">
          <ac:chgData name="Jayakumar Balasubramanian" userId="8583fe483b3fec00" providerId="LiveId" clId="{A96DC3B8-9715-466A-AD68-DF29DC579D96}" dt="2025-07-12T08:09:48.586" v="2162" actId="164"/>
          <ac:spMkLst>
            <pc:docMk/>
            <pc:sldMk cId="3419898237" sldId="1028"/>
            <ac:spMk id="13" creationId="{A6173669-B040-40F5-F573-33F10C226DA8}"/>
          </ac:spMkLst>
        </pc:spChg>
        <pc:spChg chg="mod topLvl">
          <ac:chgData name="Jayakumar Balasubramanian" userId="8583fe483b3fec00" providerId="LiveId" clId="{A96DC3B8-9715-466A-AD68-DF29DC579D96}" dt="2025-07-12T08:09:53.451" v="2163" actId="164"/>
          <ac:spMkLst>
            <pc:docMk/>
            <pc:sldMk cId="3419898237" sldId="1028"/>
            <ac:spMk id="18" creationId="{CE48781C-44FB-E7A5-3184-15DC08CF5B86}"/>
          </ac:spMkLst>
        </pc:spChg>
        <pc:spChg chg="mod topLvl">
          <ac:chgData name="Jayakumar Balasubramanian" userId="8583fe483b3fec00" providerId="LiveId" clId="{A96DC3B8-9715-466A-AD68-DF29DC579D96}" dt="2025-07-12T08:09:57.995" v="2164" actId="164"/>
          <ac:spMkLst>
            <pc:docMk/>
            <pc:sldMk cId="3419898237" sldId="1028"/>
            <ac:spMk id="23" creationId="{6E2028CF-8E48-CB9F-6365-FA41FEF8B89F}"/>
          </ac:spMkLst>
        </pc:spChg>
        <pc:spChg chg="mod topLvl">
          <ac:chgData name="Jayakumar Balasubramanian" userId="8583fe483b3fec00" providerId="LiveId" clId="{A96DC3B8-9715-466A-AD68-DF29DC579D96}" dt="2025-07-12T08:10:01.961" v="2165" actId="164"/>
          <ac:spMkLst>
            <pc:docMk/>
            <pc:sldMk cId="3419898237" sldId="1028"/>
            <ac:spMk id="28" creationId="{BCDFDDD5-CE27-94CD-F197-CD86E621F8B1}"/>
          </ac:spMkLst>
        </pc:spChg>
        <pc:grpChg chg="del mod">
          <ac:chgData name="Jayakumar Balasubramanian" userId="8583fe483b3fec00" providerId="LiveId" clId="{A96DC3B8-9715-466A-AD68-DF29DC579D96}" dt="2025-07-12T08:04:38.413" v="2129" actId="478"/>
          <ac:grpSpMkLst>
            <pc:docMk/>
            <pc:sldMk cId="3419898237" sldId="1028"/>
            <ac:grpSpMk id="24" creationId="{BE9DE961-2AAE-5127-35BE-153D2838E28A}"/>
          </ac:grpSpMkLst>
        </pc:grpChg>
        <pc:grpChg chg="del mod">
          <ac:chgData name="Jayakumar Balasubramanian" userId="8583fe483b3fec00" providerId="LiveId" clId="{A96DC3B8-9715-466A-AD68-DF29DC579D96}" dt="2025-07-12T08:08:16.700" v="2143" actId="478"/>
          <ac:grpSpMkLst>
            <pc:docMk/>
            <pc:sldMk cId="3419898237" sldId="1028"/>
            <ac:grpSpMk id="27" creationId="{431CE85D-6589-4E6D-6A51-508840E4A573}"/>
          </ac:grpSpMkLst>
        </pc:grpChg>
        <pc:grpChg chg="del mod">
          <ac:chgData name="Jayakumar Balasubramanian" userId="8583fe483b3fec00" providerId="LiveId" clId="{A96DC3B8-9715-466A-AD68-DF29DC579D96}" dt="2025-07-12T08:08:53.916" v="2150" actId="478"/>
          <ac:grpSpMkLst>
            <pc:docMk/>
            <pc:sldMk cId="3419898237" sldId="1028"/>
            <ac:grpSpMk id="29" creationId="{920980B5-FE02-1F23-BA90-E0CDFAEB5909}"/>
          </ac:grpSpMkLst>
        </pc:grpChg>
        <pc:grpChg chg="add mod">
          <ac:chgData name="Jayakumar Balasubramanian" userId="8583fe483b3fec00" providerId="LiveId" clId="{A96DC3B8-9715-466A-AD68-DF29DC579D96}" dt="2025-07-12T08:09:48.586" v="2162" actId="164"/>
          <ac:grpSpMkLst>
            <pc:docMk/>
            <pc:sldMk cId="3419898237" sldId="1028"/>
            <ac:grpSpMk id="30" creationId="{0FEBD595-DE36-F7DA-4C28-CB0A457F906B}"/>
          </ac:grpSpMkLst>
        </pc:grpChg>
        <pc:grpChg chg="del mod">
          <ac:chgData name="Jayakumar Balasubramanian" userId="8583fe483b3fec00" providerId="LiveId" clId="{A96DC3B8-9715-466A-AD68-DF29DC579D96}" dt="2025-07-12T08:08:06.727" v="2141" actId="478"/>
          <ac:grpSpMkLst>
            <pc:docMk/>
            <pc:sldMk cId="3419898237" sldId="1028"/>
            <ac:grpSpMk id="31" creationId="{BAA42A94-2BB0-D969-BA74-C157EACBF28C}"/>
          </ac:grpSpMkLst>
        </pc:grpChg>
        <pc:grpChg chg="add mod">
          <ac:chgData name="Jayakumar Balasubramanian" userId="8583fe483b3fec00" providerId="LiveId" clId="{A96DC3B8-9715-466A-AD68-DF29DC579D96}" dt="2025-07-12T08:09:53.451" v="2163" actId="164"/>
          <ac:grpSpMkLst>
            <pc:docMk/>
            <pc:sldMk cId="3419898237" sldId="1028"/>
            <ac:grpSpMk id="32" creationId="{07F6AEA9-9A44-D6F0-6C98-6379EBF26754}"/>
          </ac:grpSpMkLst>
        </pc:grpChg>
        <pc:grpChg chg="add mod">
          <ac:chgData name="Jayakumar Balasubramanian" userId="8583fe483b3fec00" providerId="LiveId" clId="{A96DC3B8-9715-466A-AD68-DF29DC579D96}" dt="2025-07-12T08:09:57.995" v="2164" actId="164"/>
          <ac:grpSpMkLst>
            <pc:docMk/>
            <pc:sldMk cId="3419898237" sldId="1028"/>
            <ac:grpSpMk id="33" creationId="{7C96C06F-61CD-4211-6A03-CD746E7E7C9E}"/>
          </ac:grpSpMkLst>
        </pc:grpChg>
        <pc:grpChg chg="add mod">
          <ac:chgData name="Jayakumar Balasubramanian" userId="8583fe483b3fec00" providerId="LiveId" clId="{A96DC3B8-9715-466A-AD68-DF29DC579D96}" dt="2025-07-12T08:10:01.961" v="2165" actId="164"/>
          <ac:grpSpMkLst>
            <pc:docMk/>
            <pc:sldMk cId="3419898237" sldId="1028"/>
            <ac:grpSpMk id="34" creationId="{AA0B77EA-124C-E3F6-4471-CF59CF3B91E8}"/>
          </ac:grpSpMkLst>
        </pc:grpChg>
        <pc:picChg chg="del mod topLvl">
          <ac:chgData name="Jayakumar Balasubramanian" userId="8583fe483b3fec00" providerId="LiveId" clId="{A96DC3B8-9715-466A-AD68-DF29DC579D96}" dt="2025-07-12T08:08:06.727" v="2141" actId="478"/>
          <ac:picMkLst>
            <pc:docMk/>
            <pc:sldMk cId="3419898237" sldId="1028"/>
            <ac:picMk id="3" creationId="{4CF50595-7CB8-C273-9FFC-32F9BFEFC7C6}"/>
          </ac:picMkLst>
        </pc:picChg>
        <pc:picChg chg="del mod topLvl">
          <ac:chgData name="Jayakumar Balasubramanian" userId="8583fe483b3fec00" providerId="LiveId" clId="{A96DC3B8-9715-466A-AD68-DF29DC579D96}" dt="2025-07-12T08:08:53.916" v="2150" actId="478"/>
          <ac:picMkLst>
            <pc:docMk/>
            <pc:sldMk cId="3419898237" sldId="1028"/>
            <ac:picMk id="5" creationId="{BA4720CB-E132-10CD-86E3-E6719A665B2C}"/>
          </ac:picMkLst>
        </pc:picChg>
        <pc:picChg chg="add mod">
          <ac:chgData name="Jayakumar Balasubramanian" userId="8583fe483b3fec00" providerId="LiveId" clId="{A96DC3B8-9715-466A-AD68-DF29DC579D96}" dt="2025-07-12T08:09:48.586" v="2162" actId="164"/>
          <ac:picMkLst>
            <pc:docMk/>
            <pc:sldMk cId="3419898237" sldId="1028"/>
            <ac:picMk id="6" creationId="{72E5B66A-1481-4E0E-BC61-BA434EF70BC2}"/>
          </ac:picMkLst>
        </pc:picChg>
        <pc:picChg chg="add mod">
          <ac:chgData name="Jayakumar Balasubramanian" userId="8583fe483b3fec00" providerId="LiveId" clId="{A96DC3B8-9715-466A-AD68-DF29DC579D96}" dt="2025-07-12T08:10:01.961" v="2165" actId="164"/>
          <ac:picMkLst>
            <pc:docMk/>
            <pc:sldMk cId="3419898237" sldId="1028"/>
            <ac:picMk id="8" creationId="{6F2BDF61-0DCA-EA62-DE8F-815276A5113D}"/>
          </ac:picMkLst>
        </pc:picChg>
        <pc:picChg chg="add mod">
          <ac:chgData name="Jayakumar Balasubramanian" userId="8583fe483b3fec00" providerId="LiveId" clId="{A96DC3B8-9715-466A-AD68-DF29DC579D96}" dt="2025-07-12T08:09:53.451" v="2163" actId="164"/>
          <ac:picMkLst>
            <pc:docMk/>
            <pc:sldMk cId="3419898237" sldId="1028"/>
            <ac:picMk id="9" creationId="{2034030D-43D5-8877-B058-8E9247311F09}"/>
          </ac:picMkLst>
        </pc:picChg>
        <pc:picChg chg="del mod topLvl">
          <ac:chgData name="Jayakumar Balasubramanian" userId="8583fe483b3fec00" providerId="LiveId" clId="{A96DC3B8-9715-466A-AD68-DF29DC579D96}" dt="2025-07-12T08:08:16.700" v="2143" actId="478"/>
          <ac:picMkLst>
            <pc:docMk/>
            <pc:sldMk cId="3419898237" sldId="1028"/>
            <ac:picMk id="17" creationId="{E0D30D85-7EDD-41D9-A2E3-EC17AC7BF0A7}"/>
          </ac:picMkLst>
        </pc:picChg>
        <pc:picChg chg="add mod">
          <ac:chgData name="Jayakumar Balasubramanian" userId="8583fe483b3fec00" providerId="LiveId" clId="{A96DC3B8-9715-466A-AD68-DF29DC579D96}" dt="2025-07-12T08:09:57.995" v="2164" actId="164"/>
          <ac:picMkLst>
            <pc:docMk/>
            <pc:sldMk cId="3419898237" sldId="1028"/>
            <ac:picMk id="19" creationId="{15A331FA-C5CB-4393-5334-78962D5F6B0A}"/>
          </ac:picMkLst>
        </pc:picChg>
        <pc:picChg chg="del mod topLvl">
          <ac:chgData name="Jayakumar Balasubramanian" userId="8583fe483b3fec00" providerId="LiveId" clId="{A96DC3B8-9715-466A-AD68-DF29DC579D96}" dt="2025-07-12T08:04:38.413" v="2129" actId="478"/>
          <ac:picMkLst>
            <pc:docMk/>
            <pc:sldMk cId="3419898237" sldId="1028"/>
            <ac:picMk id="22" creationId="{8E4F03EC-AD18-82B4-A8DC-98D1EDA3FCBE}"/>
          </ac:picMkLst>
        </pc:picChg>
      </pc:sldChg>
      <pc:sldChg chg="addSp delSp modSp new mod modClrScheme chgLayout">
        <pc:chgData name="Jayakumar Balasubramanian" userId="8583fe483b3fec00" providerId="LiveId" clId="{A96DC3B8-9715-466A-AD68-DF29DC579D96}" dt="2025-07-12T08:14:24.984" v="2213" actId="700"/>
        <pc:sldMkLst>
          <pc:docMk/>
          <pc:sldMk cId="711619377" sldId="1029"/>
        </pc:sldMkLst>
        <pc:spChg chg="del mod ord">
          <ac:chgData name="Jayakumar Balasubramanian" userId="8583fe483b3fec00" providerId="LiveId" clId="{A96DC3B8-9715-466A-AD68-DF29DC579D96}" dt="2025-07-12T08:11:42.235" v="2173" actId="700"/>
          <ac:spMkLst>
            <pc:docMk/>
            <pc:sldMk cId="711619377" sldId="1029"/>
            <ac:spMk id="2" creationId="{AA7A6623-B774-A2CF-0EC8-822D47D5F038}"/>
          </ac:spMkLst>
        </pc:spChg>
        <pc:spChg chg="del">
          <ac:chgData name="Jayakumar Balasubramanian" userId="8583fe483b3fec00" providerId="LiveId" clId="{A96DC3B8-9715-466A-AD68-DF29DC579D96}" dt="2025-07-12T08:11:42.235" v="2173" actId="700"/>
          <ac:spMkLst>
            <pc:docMk/>
            <pc:sldMk cId="711619377" sldId="1029"/>
            <ac:spMk id="3" creationId="{C26BB68C-1DDB-44EF-BE4B-06943998480E}"/>
          </ac:spMkLst>
        </pc:spChg>
        <pc:spChg chg="add mod ord">
          <ac:chgData name="Jayakumar Balasubramanian" userId="8583fe483b3fec00" providerId="LiveId" clId="{A96DC3B8-9715-466A-AD68-DF29DC579D96}" dt="2025-07-12T08:14:24.984" v="2213" actId="700"/>
          <ac:spMkLst>
            <pc:docMk/>
            <pc:sldMk cId="711619377" sldId="1029"/>
            <ac:spMk id="4" creationId="{F567CC83-9E81-C8C1-9CD0-C2D0428667C1}"/>
          </ac:spMkLst>
        </pc:spChg>
        <pc:spChg chg="add del mod ord">
          <ac:chgData name="Jayakumar Balasubramanian" userId="8583fe483b3fec00" providerId="LiveId" clId="{A96DC3B8-9715-466A-AD68-DF29DC579D96}" dt="2025-07-12T08:14:24.984" v="2213" actId="700"/>
          <ac:spMkLst>
            <pc:docMk/>
            <pc:sldMk cId="711619377" sldId="1029"/>
            <ac:spMk id="5" creationId="{AD019D30-7680-2841-2DCD-2F7C01A8C109}"/>
          </ac:spMkLst>
        </pc:spChg>
      </pc:sldChg>
      <pc:sldChg chg="addSp delSp modSp new del mod modClrScheme chgLayout">
        <pc:chgData name="Jayakumar Balasubramanian" userId="8583fe483b3fec00" providerId="LiveId" clId="{A96DC3B8-9715-466A-AD68-DF29DC579D96}" dt="2025-07-12T08:14:49.292" v="2221" actId="47"/>
        <pc:sldMkLst>
          <pc:docMk/>
          <pc:sldMk cId="3432408752" sldId="1030"/>
        </pc:sldMkLst>
        <pc:spChg chg="del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2" creationId="{F3CE2D94-381F-0F7E-B6FE-4F6FA7B183EC}"/>
          </ac:spMkLst>
        </pc:spChg>
        <pc:spChg chg="add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3" creationId="{0A0CBD83-A5A4-3471-AEEB-17241B471A68}"/>
          </ac:spMkLst>
        </pc:spChg>
        <pc:spChg chg="add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4" creationId="{D67861B1-17B9-AC5B-73F9-9E59B9814D0D}"/>
          </ac:spMkLst>
        </pc:spChg>
      </pc:sldChg>
      <pc:sldChg chg="addSp delSp modSp add mod modAnim">
        <pc:chgData name="Jayakumar Balasubramanian" userId="8583fe483b3fec00" providerId="LiveId" clId="{A96DC3B8-9715-466A-AD68-DF29DC579D96}" dt="2025-07-12T08:37:51.362" v="2515" actId="1076"/>
        <pc:sldMkLst>
          <pc:docMk/>
          <pc:sldMk cId="3481832020" sldId="1031"/>
        </pc:sldMkLst>
        <pc:spChg chg="mod">
          <ac:chgData name="Jayakumar Balasubramanian" userId="8583fe483b3fec00" providerId="LiveId" clId="{A96DC3B8-9715-466A-AD68-DF29DC579D96}" dt="2025-07-12T08:15:44.052" v="2257" actId="255"/>
          <ac:spMkLst>
            <pc:docMk/>
            <pc:sldMk cId="3481832020" sldId="1031"/>
            <ac:spMk id="2" creationId="{9A17F2F8-72D4-0A2E-177F-12EC40232E80}"/>
          </ac:spMkLst>
        </pc:spChg>
        <pc:spChg chg="mod">
          <ac:chgData name="Jayakumar Balasubramanian" userId="8583fe483b3fec00" providerId="LiveId" clId="{A96DC3B8-9715-466A-AD68-DF29DC579D96}" dt="2025-07-12T08:20:53.152" v="2282" actId="207"/>
          <ac:spMkLst>
            <pc:docMk/>
            <pc:sldMk cId="3481832020" sldId="1031"/>
            <ac:spMk id="3" creationId="{4B89E460-1288-D256-C40E-03C65F381464}"/>
          </ac:spMkLst>
        </pc:spChg>
        <pc:picChg chg="add mod">
          <ac:chgData name="Jayakumar Balasubramanian" userId="8583fe483b3fec00" providerId="LiveId" clId="{A96DC3B8-9715-466A-AD68-DF29DC579D96}" dt="2025-07-12T08:37:51.362" v="2515" actId="1076"/>
          <ac:picMkLst>
            <pc:docMk/>
            <pc:sldMk cId="3481832020" sldId="1031"/>
            <ac:picMk id="5" creationId="{42CB8924-DFC0-A280-2839-F54CF124B4A8}"/>
          </ac:picMkLst>
        </pc:picChg>
        <pc:picChg chg="del mod">
          <ac:chgData name="Jayakumar Balasubramanian" userId="8583fe483b3fec00" providerId="LiveId" clId="{A96DC3B8-9715-466A-AD68-DF29DC579D96}" dt="2025-07-12T08:37:46.109" v="2514" actId="478"/>
          <ac:picMkLst>
            <pc:docMk/>
            <pc:sldMk cId="3481832020" sldId="1031"/>
            <ac:picMk id="7" creationId="{2C264065-13A6-DF2E-709F-28FB0C64233B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39:14.973" v="2525" actId="1076"/>
        <pc:sldMkLst>
          <pc:docMk/>
          <pc:sldMk cId="2187204394" sldId="1032"/>
        </pc:sldMkLst>
        <pc:spChg chg="mod">
          <ac:chgData name="Jayakumar Balasubramanian" userId="8583fe483b3fec00" providerId="LiveId" clId="{A96DC3B8-9715-466A-AD68-DF29DC579D96}" dt="2025-07-12T08:21:13.937" v="2288" actId="6549"/>
          <ac:spMkLst>
            <pc:docMk/>
            <pc:sldMk cId="2187204394" sldId="1032"/>
            <ac:spMk id="2" creationId="{C6488B76-53BE-F14A-07B9-483B61D4371D}"/>
          </ac:spMkLst>
        </pc:spChg>
        <pc:spChg chg="mod">
          <ac:chgData name="Jayakumar Balasubramanian" userId="8583fe483b3fec00" providerId="LiveId" clId="{A96DC3B8-9715-466A-AD68-DF29DC579D96}" dt="2025-07-12T08:21:55.937" v="2304" actId="1076"/>
          <ac:spMkLst>
            <pc:docMk/>
            <pc:sldMk cId="2187204394" sldId="1032"/>
            <ac:spMk id="3" creationId="{A6F4687C-A04F-3A09-5133-FCB795BEC9B4}"/>
          </ac:spMkLst>
        </pc:spChg>
        <pc:picChg chg="add mod">
          <ac:chgData name="Jayakumar Balasubramanian" userId="8583fe483b3fec00" providerId="LiveId" clId="{A96DC3B8-9715-466A-AD68-DF29DC579D96}" dt="2025-07-12T08:39:14.973" v="2525" actId="1076"/>
          <ac:picMkLst>
            <pc:docMk/>
            <pc:sldMk cId="2187204394" sldId="1032"/>
            <ac:picMk id="5" creationId="{4D66A6D4-4B37-7CB7-6849-266537C8825D}"/>
          </ac:picMkLst>
        </pc:picChg>
        <pc:picChg chg="del">
          <ac:chgData name="Jayakumar Balasubramanian" userId="8583fe483b3fec00" providerId="LiveId" clId="{A96DC3B8-9715-466A-AD68-DF29DC579D96}" dt="2025-07-12T08:39:03.465" v="2521" actId="478"/>
          <ac:picMkLst>
            <pc:docMk/>
            <pc:sldMk cId="2187204394" sldId="1032"/>
            <ac:picMk id="7" creationId="{DA28A06C-412F-3FF0-BF00-8937A64AEF9C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3:41.918" v="2547"/>
        <pc:sldMkLst>
          <pc:docMk/>
          <pc:sldMk cId="3248606687" sldId="1033"/>
        </pc:sldMkLst>
        <pc:spChg chg="mod">
          <ac:chgData name="Jayakumar Balasubramanian" userId="8583fe483b3fec00" providerId="LiveId" clId="{A96DC3B8-9715-466A-AD68-DF29DC579D96}" dt="2025-07-12T08:22:18.514" v="2310" actId="27636"/>
          <ac:spMkLst>
            <pc:docMk/>
            <pc:sldMk cId="3248606687" sldId="1033"/>
            <ac:spMk id="2" creationId="{AAA8F66C-056D-B1B8-11E7-3A7921725912}"/>
          </ac:spMkLst>
        </pc:spChg>
        <pc:spChg chg="mod">
          <ac:chgData name="Jayakumar Balasubramanian" userId="8583fe483b3fec00" providerId="LiveId" clId="{A96DC3B8-9715-466A-AD68-DF29DC579D96}" dt="2025-07-12T08:43:18.306" v="2545" actId="27636"/>
          <ac:spMkLst>
            <pc:docMk/>
            <pc:sldMk cId="3248606687" sldId="1033"/>
            <ac:spMk id="3" creationId="{7726B3DA-D530-36BC-885D-8322B576E0C1}"/>
          </ac:spMkLst>
        </pc:spChg>
        <pc:picChg chg="add mod">
          <ac:chgData name="Jayakumar Balasubramanian" userId="8583fe483b3fec00" providerId="LiveId" clId="{A96DC3B8-9715-466A-AD68-DF29DC579D96}" dt="2025-07-12T08:39:25.192" v="2528" actId="1076"/>
          <ac:picMkLst>
            <pc:docMk/>
            <pc:sldMk cId="3248606687" sldId="1033"/>
            <ac:picMk id="4" creationId="{EA58B724-75A4-8DAB-34B5-CA5558E58FEE}"/>
          </ac:picMkLst>
        </pc:picChg>
        <pc:picChg chg="del">
          <ac:chgData name="Jayakumar Balasubramanian" userId="8583fe483b3fec00" providerId="LiveId" clId="{A96DC3B8-9715-466A-AD68-DF29DC579D96}" dt="2025-07-12T08:39:22.714" v="2527" actId="478"/>
          <ac:picMkLst>
            <pc:docMk/>
            <pc:sldMk cId="3248606687" sldId="1033"/>
            <ac:picMk id="7" creationId="{B6AFC1ED-2059-FCA9-5F16-C9E31385A678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4:06.293" v="2553"/>
        <pc:sldMkLst>
          <pc:docMk/>
          <pc:sldMk cId="4288981652" sldId="1034"/>
        </pc:sldMkLst>
        <pc:spChg chg="mod">
          <ac:chgData name="Jayakumar Balasubramanian" userId="8583fe483b3fec00" providerId="LiveId" clId="{A96DC3B8-9715-466A-AD68-DF29DC579D96}" dt="2025-07-12T08:24:02.298" v="2334" actId="255"/>
          <ac:spMkLst>
            <pc:docMk/>
            <pc:sldMk cId="4288981652" sldId="1034"/>
            <ac:spMk id="2" creationId="{BA2B5F1C-DA69-31B7-84B9-6CA782251FCA}"/>
          </ac:spMkLst>
        </pc:spChg>
        <pc:spChg chg="mod">
          <ac:chgData name="Jayakumar Balasubramanian" userId="8583fe483b3fec00" providerId="LiveId" clId="{A96DC3B8-9715-466A-AD68-DF29DC579D96}" dt="2025-07-12T08:25:03.137" v="2352" actId="1076"/>
          <ac:spMkLst>
            <pc:docMk/>
            <pc:sldMk cId="4288981652" sldId="1034"/>
            <ac:spMk id="3" creationId="{FA1883D3-EFDD-4706-4098-19276887B071}"/>
          </ac:spMkLst>
        </pc:spChg>
        <pc:picChg chg="add mod">
          <ac:chgData name="Jayakumar Balasubramanian" userId="8583fe483b3fec00" providerId="LiveId" clId="{A96DC3B8-9715-466A-AD68-DF29DC579D96}" dt="2025-07-12T08:39:32.285" v="2531" actId="1076"/>
          <ac:picMkLst>
            <pc:docMk/>
            <pc:sldMk cId="4288981652" sldId="1034"/>
            <ac:picMk id="4" creationId="{634CB790-BC75-DB53-3356-7954D011E6CB}"/>
          </ac:picMkLst>
        </pc:picChg>
        <pc:picChg chg="del">
          <ac:chgData name="Jayakumar Balasubramanian" userId="8583fe483b3fec00" providerId="LiveId" clId="{A96DC3B8-9715-466A-AD68-DF29DC579D96}" dt="2025-07-12T08:39:28.804" v="2529" actId="478"/>
          <ac:picMkLst>
            <pc:docMk/>
            <pc:sldMk cId="4288981652" sldId="1034"/>
            <ac:picMk id="7" creationId="{E9912822-07F2-1AD4-16D5-6458834E2220}"/>
          </ac:picMkLst>
        </pc:picChg>
      </pc:sldChg>
      <pc:sldChg chg="add del">
        <pc:chgData name="Jayakumar Balasubramanian" userId="8583fe483b3fec00" providerId="LiveId" clId="{A96DC3B8-9715-466A-AD68-DF29DC579D96}" dt="2025-07-12T08:36:27.697" v="2508" actId="47"/>
        <pc:sldMkLst>
          <pc:docMk/>
          <pc:sldMk cId="3662634838" sldId="1035"/>
        </pc:sldMkLst>
      </pc:sldChg>
      <pc:sldChg chg="addSp delSp modSp add mod modClrScheme modAnim chgLayout">
        <pc:chgData name="Jayakumar Balasubramanian" userId="8583fe483b3fec00" providerId="LiveId" clId="{A96DC3B8-9715-466A-AD68-DF29DC579D96}" dt="2025-07-12T08:44:33.110" v="2556" actId="1076"/>
        <pc:sldMkLst>
          <pc:docMk/>
          <pc:sldMk cId="1599070991" sldId="1283"/>
        </pc:sldMkLst>
        <pc:spChg chg="del mod ord">
          <ac:chgData name="Jayakumar Balasubramanian" userId="8583fe483b3fec00" providerId="LiveId" clId="{A96DC3B8-9715-466A-AD68-DF29DC579D96}" dt="2025-07-12T08:25:22.234" v="2354" actId="478"/>
          <ac:spMkLst>
            <pc:docMk/>
            <pc:sldMk cId="1599070991" sldId="1283"/>
            <ac:spMk id="2" creationId="{00000000-0000-0000-0000-000000000000}"/>
          </ac:spMkLst>
        </pc:spChg>
        <pc:spChg chg="del mod ord">
          <ac:chgData name="Jayakumar Balasubramanian" userId="8583fe483b3fec00" providerId="LiveId" clId="{A96DC3B8-9715-466A-AD68-DF29DC579D96}" dt="2025-07-12T08:25:25.061" v="2355" actId="478"/>
          <ac:spMkLst>
            <pc:docMk/>
            <pc:sldMk cId="1599070991" sldId="1283"/>
            <ac:spMk id="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5:57.757" v="2502" actId="164"/>
          <ac:spMkLst>
            <pc:docMk/>
            <pc:sldMk cId="1599070991" sldId="1283"/>
            <ac:spMk id="4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6:03.210" v="2503" actId="164"/>
          <ac:spMkLst>
            <pc:docMk/>
            <pc:sldMk cId="1599070991" sldId="1283"/>
            <ac:spMk id="5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6:07.389" v="2504" actId="164"/>
          <ac:spMkLst>
            <pc:docMk/>
            <pc:sldMk cId="1599070991" sldId="1283"/>
            <ac:spMk id="6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2T08:26:57.932" v="2392" actId="27636"/>
          <ac:spMkLst>
            <pc:docMk/>
            <pc:sldMk cId="1599070991" sldId="1283"/>
            <ac:spMk id="8" creationId="{15D64327-87DE-71F2-BD79-DD42C3F248FA}"/>
          </ac:spMkLst>
        </pc:spChg>
        <pc:spChg chg="add del mod">
          <ac:chgData name="Jayakumar Balasubramanian" userId="8583fe483b3fec00" providerId="LiveId" clId="{A96DC3B8-9715-466A-AD68-DF29DC579D96}" dt="2025-07-12T08:25:27.068" v="2356" actId="478"/>
          <ac:spMkLst>
            <pc:docMk/>
            <pc:sldMk cId="1599070991" sldId="1283"/>
            <ac:spMk id="10" creationId="{56FAC768-1760-7C7A-9D4F-5AF25578989A}"/>
          </ac:spMkLst>
        </pc:spChg>
        <pc:spChg chg="add mod">
          <ac:chgData name="Jayakumar Balasubramanian" userId="8583fe483b3fec00" providerId="LiveId" clId="{A96DC3B8-9715-466A-AD68-DF29DC579D96}" dt="2025-07-12T08:35:57.757" v="2502" actId="164"/>
          <ac:spMkLst>
            <pc:docMk/>
            <pc:sldMk cId="1599070991" sldId="1283"/>
            <ac:spMk id="17" creationId="{4FBF28DA-6989-CCC1-CCAD-0F9AAB075115}"/>
          </ac:spMkLst>
        </pc:spChg>
        <pc:spChg chg="add mod">
          <ac:chgData name="Jayakumar Balasubramanian" userId="8583fe483b3fec00" providerId="LiveId" clId="{A96DC3B8-9715-466A-AD68-DF29DC579D96}" dt="2025-07-12T08:36:03.210" v="2503" actId="164"/>
          <ac:spMkLst>
            <pc:docMk/>
            <pc:sldMk cId="1599070991" sldId="1283"/>
            <ac:spMk id="18" creationId="{39A67A2E-713F-C49E-4664-1A3B90BA8A39}"/>
          </ac:spMkLst>
        </pc:spChg>
        <pc:spChg chg="add mod">
          <ac:chgData name="Jayakumar Balasubramanian" userId="8583fe483b3fec00" providerId="LiveId" clId="{A96DC3B8-9715-466A-AD68-DF29DC579D96}" dt="2025-07-12T08:36:07.389" v="2504" actId="164"/>
          <ac:spMkLst>
            <pc:docMk/>
            <pc:sldMk cId="1599070991" sldId="1283"/>
            <ac:spMk id="19" creationId="{082E31CB-0859-87AF-8E1C-203B8C80831B}"/>
          </ac:spMkLst>
        </pc:spChg>
        <pc:spChg chg="del">
          <ac:chgData name="Jayakumar Balasubramanian" userId="8583fe483b3fec00" providerId="LiveId" clId="{A96DC3B8-9715-466A-AD68-DF29DC579D96}" dt="2025-07-12T08:25:56.256" v="2360" actId="478"/>
          <ac:spMkLst>
            <pc:docMk/>
            <pc:sldMk cId="1599070991" sldId="1283"/>
            <ac:spMk id="32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44:30.374" v="2555" actId="478"/>
          <ac:spMkLst>
            <pc:docMk/>
            <pc:sldMk cId="1599070991" sldId="1283"/>
            <ac:spMk id="33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59.599" v="2361" actId="478"/>
          <ac:spMkLst>
            <pc:docMk/>
            <pc:sldMk cId="1599070991" sldId="1283"/>
            <ac:spMk id="3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3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3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40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43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9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5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5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9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0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4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6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8" creationId="{00000000-0000-0000-0000-000000000000}"/>
          </ac:spMkLst>
        </pc:spChg>
        <pc:grpChg chg="add mod">
          <ac:chgData name="Jayakumar Balasubramanian" userId="8583fe483b3fec00" providerId="LiveId" clId="{A96DC3B8-9715-466A-AD68-DF29DC579D96}" dt="2025-07-12T08:35:57.757" v="2502" actId="164"/>
          <ac:grpSpMkLst>
            <pc:docMk/>
            <pc:sldMk cId="1599070991" sldId="1283"/>
            <ac:grpSpMk id="20" creationId="{ABD890BF-5F45-5460-B93E-F857730926F5}"/>
          </ac:grpSpMkLst>
        </pc:grpChg>
        <pc:grpChg chg="add mod">
          <ac:chgData name="Jayakumar Balasubramanian" userId="8583fe483b3fec00" providerId="LiveId" clId="{A96DC3B8-9715-466A-AD68-DF29DC579D96}" dt="2025-07-12T08:36:03.210" v="2503" actId="164"/>
          <ac:grpSpMkLst>
            <pc:docMk/>
            <pc:sldMk cId="1599070991" sldId="1283"/>
            <ac:grpSpMk id="21" creationId="{F2450284-35DB-C3CD-84A8-EABB3A4961A8}"/>
          </ac:grpSpMkLst>
        </pc:grpChg>
        <pc:grpChg chg="add mod">
          <ac:chgData name="Jayakumar Balasubramanian" userId="8583fe483b3fec00" providerId="LiveId" clId="{A96DC3B8-9715-466A-AD68-DF29DC579D96}" dt="2025-07-12T08:44:33.110" v="2556" actId="1076"/>
          <ac:grpSpMkLst>
            <pc:docMk/>
            <pc:sldMk cId="1599070991" sldId="1283"/>
            <ac:grpSpMk id="22" creationId="{C7725E6D-5776-BD73-B406-2B9AC8A2B79D}"/>
          </ac:grpSpMkLst>
        </pc:grpChg>
        <pc:picChg chg="add mod">
          <ac:chgData name="Jayakumar Balasubramanian" userId="8583fe483b3fec00" providerId="LiveId" clId="{A96DC3B8-9715-466A-AD68-DF29DC579D96}" dt="2025-07-12T08:35:57.757" v="2502" actId="164"/>
          <ac:picMkLst>
            <pc:docMk/>
            <pc:sldMk cId="1599070991" sldId="1283"/>
            <ac:picMk id="12" creationId="{02E95B72-AC3D-DBEA-D395-0CE8A92915D7}"/>
          </ac:picMkLst>
        </pc:picChg>
        <pc:picChg chg="add mod">
          <ac:chgData name="Jayakumar Balasubramanian" userId="8583fe483b3fec00" providerId="LiveId" clId="{A96DC3B8-9715-466A-AD68-DF29DC579D96}" dt="2025-07-12T08:36:03.210" v="2503" actId="164"/>
          <ac:picMkLst>
            <pc:docMk/>
            <pc:sldMk cId="1599070991" sldId="1283"/>
            <ac:picMk id="14" creationId="{F457B9A5-A394-E817-707F-67093CAA21CE}"/>
          </ac:picMkLst>
        </pc:picChg>
        <pc:picChg chg="add mod">
          <ac:chgData name="Jayakumar Balasubramanian" userId="8583fe483b3fec00" providerId="LiveId" clId="{A96DC3B8-9715-466A-AD68-DF29DC579D96}" dt="2025-07-12T08:36:07.389" v="2504" actId="164"/>
          <ac:picMkLst>
            <pc:docMk/>
            <pc:sldMk cId="1599070991" sldId="1283"/>
            <ac:picMk id="16" creationId="{1DB51A34-87D4-72A0-F460-8A662BED8DFF}"/>
          </ac:picMkLst>
        </pc:picChg>
      </pc:sldChg>
      <pc:sldMasterChg chg="delSldLayout">
        <pc:chgData name="Jayakumar Balasubramanian" userId="8583fe483b3fec00" providerId="LiveId" clId="{A96DC3B8-9715-466A-AD68-DF29DC579D96}" dt="2025-07-12T08:39:36.700" v="2532" actId="47"/>
        <pc:sldMasterMkLst>
          <pc:docMk/>
          <pc:sldMasterMk cId="0" sldId="2147483648"/>
        </pc:sldMasterMkLst>
        <pc:sldLayoutChg chg="del">
          <pc:chgData name="Jayakumar Balasubramanian" userId="8583fe483b3fec00" providerId="LiveId" clId="{A96DC3B8-9715-466A-AD68-DF29DC579D96}" dt="2025-07-12T08:39:36.700" v="2532" actId="47"/>
          <pc:sldLayoutMkLst>
            <pc:docMk/>
            <pc:sldMasterMk cId="0" sldId="2147483648"/>
            <pc:sldLayoutMk cId="0" sldId="2147483654"/>
          </pc:sldLayoutMkLst>
        </pc:sldLayoutChg>
      </pc:sldMasterChg>
    </pc:docChg>
  </pc:docChgLst>
  <pc:docChgLst>
    <pc:chgData name="Jayakumar Balasubramanian" userId="8583fe483b3fec00" providerId="LiveId" clId="{7045FCDF-5EA3-4692-8140-15C12CE6C035}"/>
    <pc:docChg chg="undo custSel addSld delSld modSld sldOrd">
      <pc:chgData name="Jayakumar Balasubramanian" userId="8583fe483b3fec00" providerId="LiveId" clId="{7045FCDF-5EA3-4692-8140-15C12CE6C035}" dt="2025-07-13T07:41:10.800" v="169" actId="207"/>
      <pc:docMkLst>
        <pc:docMk/>
      </pc:docMkLst>
      <pc:sldChg chg="modSp mod">
        <pc:chgData name="Jayakumar Balasubramanian" userId="8583fe483b3fec00" providerId="LiveId" clId="{7045FCDF-5EA3-4692-8140-15C12CE6C035}" dt="2025-07-13T07:38:17.793" v="63" actId="20577"/>
        <pc:sldMkLst>
          <pc:docMk/>
          <pc:sldMk cId="0" sldId="262"/>
        </pc:sldMkLst>
        <pc:spChg chg="mod">
          <ac:chgData name="Jayakumar Balasubramanian" userId="8583fe483b3fec00" providerId="LiveId" clId="{7045FCDF-5EA3-4692-8140-15C12CE6C035}" dt="2025-07-13T07:38:06.616" v="25" actId="33524"/>
          <ac:spMkLst>
            <pc:docMk/>
            <pc:sldMk cId="0" sldId="262"/>
            <ac:spMk id="6" creationId="{00000000-0000-0000-0000-000000000000}"/>
          </ac:spMkLst>
        </pc:spChg>
        <pc:spChg chg="mod">
          <ac:chgData name="Jayakumar Balasubramanian" userId="8583fe483b3fec00" providerId="LiveId" clId="{7045FCDF-5EA3-4692-8140-15C12CE6C035}" dt="2025-07-13T07:38:17.793" v="63" actId="20577"/>
          <ac:spMkLst>
            <pc:docMk/>
            <pc:sldMk cId="0" sldId="262"/>
            <ac:spMk id="7" creationId="{00000000-0000-0000-0000-000000000000}"/>
          </ac:spMkLst>
        </pc:spChg>
      </pc:sldChg>
      <pc:sldChg chg="del">
        <pc:chgData name="Jayakumar Balasubramanian" userId="8583fe483b3fec00" providerId="LiveId" clId="{7045FCDF-5EA3-4692-8140-15C12CE6C035}" dt="2025-07-13T07:39:14.744" v="109" actId="47"/>
        <pc:sldMkLst>
          <pc:docMk/>
          <pc:sldMk cId="1885563460" sldId="270"/>
        </pc:sldMkLst>
      </pc:sldChg>
      <pc:sldChg chg="add del">
        <pc:chgData name="Jayakumar Balasubramanian" userId="8583fe483b3fec00" providerId="LiveId" clId="{7045FCDF-5EA3-4692-8140-15C12CE6C035}" dt="2025-07-13T07:39:28.397" v="142" actId="47"/>
        <pc:sldMkLst>
          <pc:docMk/>
          <pc:sldMk cId="0" sldId="296"/>
        </pc:sldMkLst>
      </pc:sldChg>
      <pc:sldChg chg="del">
        <pc:chgData name="Jayakumar Balasubramanian" userId="8583fe483b3fec00" providerId="LiveId" clId="{7045FCDF-5EA3-4692-8140-15C12CE6C035}" dt="2025-07-13T07:39:16.014" v="111" actId="47"/>
        <pc:sldMkLst>
          <pc:docMk/>
          <pc:sldMk cId="0" sldId="306"/>
        </pc:sldMkLst>
      </pc:sldChg>
      <pc:sldChg chg="modSp add mod modAnim">
        <pc:chgData name="Jayakumar Balasubramanian" userId="8583fe483b3fec00" providerId="LiveId" clId="{7045FCDF-5EA3-4692-8140-15C12CE6C035}" dt="2025-07-13T07:41:10.800" v="169" actId="207"/>
        <pc:sldMkLst>
          <pc:docMk/>
          <pc:sldMk cId="0" sldId="360"/>
        </pc:sldMkLst>
        <pc:spChg chg="mod">
          <ac:chgData name="Jayakumar Balasubramanian" userId="8583fe483b3fec00" providerId="LiveId" clId="{7045FCDF-5EA3-4692-8140-15C12CE6C035}" dt="2025-07-13T07:40:47.187" v="150" actId="20577"/>
          <ac:spMkLst>
            <pc:docMk/>
            <pc:sldMk cId="0" sldId="360"/>
            <ac:spMk id="2" creationId="{00000000-0000-0000-0000-000000000000}"/>
          </ac:spMkLst>
        </pc:spChg>
        <pc:spChg chg="mod">
          <ac:chgData name="Jayakumar Balasubramanian" userId="8583fe483b3fec00" providerId="LiveId" clId="{7045FCDF-5EA3-4692-8140-15C12CE6C035}" dt="2025-07-13T07:41:10.800" v="169" actId="207"/>
          <ac:spMkLst>
            <pc:docMk/>
            <pc:sldMk cId="0" sldId="360"/>
            <ac:spMk id="3" creationId="{00000000-0000-0000-0000-000000000000}"/>
          </ac:spMkLst>
        </pc:spChg>
      </pc:sldChg>
      <pc:sldChg chg="add">
        <pc:chgData name="Jayakumar Balasubramanian" userId="8583fe483b3fec00" providerId="LiveId" clId="{7045FCDF-5EA3-4692-8140-15C12CE6C035}" dt="2025-07-13T07:40:14.790" v="143"/>
        <pc:sldMkLst>
          <pc:docMk/>
          <pc:sldMk cId="2454966924" sldId="674"/>
        </pc:sldMkLst>
      </pc:sldChg>
      <pc:sldChg chg="addSp delSp modSp mod delAnim">
        <pc:chgData name="Jayakumar Balasubramanian" userId="8583fe483b3fec00" providerId="LiveId" clId="{7045FCDF-5EA3-4692-8140-15C12CE6C035}" dt="2025-07-13T07:38:52.353" v="78" actId="478"/>
        <pc:sldMkLst>
          <pc:docMk/>
          <pc:sldMk cId="0" sldId="1001"/>
        </pc:sldMkLst>
        <pc:spChg chg="mod">
          <ac:chgData name="Jayakumar Balasubramanian" userId="8583fe483b3fec00" providerId="LiveId" clId="{7045FCDF-5EA3-4692-8140-15C12CE6C035}" dt="2025-07-13T07:38:40.818" v="74" actId="20577"/>
          <ac:spMkLst>
            <pc:docMk/>
            <pc:sldMk cId="0" sldId="1001"/>
            <ac:spMk id="3" creationId="{00000000-0000-0000-0000-000000000000}"/>
          </ac:spMkLst>
        </pc:spChg>
        <pc:spChg chg="del mod">
          <ac:chgData name="Jayakumar Balasubramanian" userId="8583fe483b3fec00" providerId="LiveId" clId="{7045FCDF-5EA3-4692-8140-15C12CE6C035}" dt="2025-07-13T07:38:52.353" v="78" actId="478"/>
          <ac:spMkLst>
            <pc:docMk/>
            <pc:sldMk cId="0" sldId="1001"/>
            <ac:spMk id="4" creationId="{00000000-0000-0000-0000-000000000000}"/>
          </ac:spMkLst>
        </pc:spChg>
        <pc:spChg chg="add mod">
          <ac:chgData name="Jayakumar Balasubramanian" userId="8583fe483b3fec00" providerId="LiveId" clId="{7045FCDF-5EA3-4692-8140-15C12CE6C035}" dt="2025-07-13T07:38:52.353" v="78" actId="478"/>
          <ac:spMkLst>
            <pc:docMk/>
            <pc:sldMk cId="0" sldId="1001"/>
            <ac:spMk id="5" creationId="{42F9F314-BD22-D34D-0E39-0D2C93BAE740}"/>
          </ac:spMkLst>
        </pc:spChg>
        <pc:picChg chg="del">
          <ac:chgData name="Jayakumar Balasubramanian" userId="8583fe483b3fec00" providerId="LiveId" clId="{7045FCDF-5EA3-4692-8140-15C12CE6C035}" dt="2025-07-13T07:38:44.009" v="75" actId="478"/>
          <ac:picMkLst>
            <pc:docMk/>
            <pc:sldMk cId="0" sldId="1001"/>
            <ac:picMk id="8" creationId="{B1D36567-8091-CDE3-7005-4CF374393601}"/>
          </ac:picMkLst>
        </pc:picChg>
      </pc:sldChg>
      <pc:sldChg chg="del">
        <pc:chgData name="Jayakumar Balasubramanian" userId="8583fe483b3fec00" providerId="LiveId" clId="{7045FCDF-5EA3-4692-8140-15C12CE6C035}" dt="2025-07-13T07:39:15.514" v="110" actId="47"/>
        <pc:sldMkLst>
          <pc:docMk/>
          <pc:sldMk cId="0" sldId="1003"/>
        </pc:sldMkLst>
      </pc:sldChg>
      <pc:sldChg chg="del">
        <pc:chgData name="Jayakumar Balasubramanian" userId="8583fe483b3fec00" providerId="LiveId" clId="{7045FCDF-5EA3-4692-8140-15C12CE6C035}" dt="2025-07-13T07:39:20.902" v="121" actId="47"/>
        <pc:sldMkLst>
          <pc:docMk/>
          <pc:sldMk cId="0" sldId="1004"/>
        </pc:sldMkLst>
      </pc:sldChg>
      <pc:sldChg chg="modSp mod ord">
        <pc:chgData name="Jayakumar Balasubramanian" userId="8583fe483b3fec00" providerId="LiveId" clId="{7045FCDF-5EA3-4692-8140-15C12CE6C035}" dt="2025-07-13T07:39:09.246" v="108" actId="20577"/>
        <pc:sldMkLst>
          <pc:docMk/>
          <pc:sldMk cId="4291488419" sldId="1006"/>
        </pc:sldMkLst>
        <pc:spChg chg="mod">
          <ac:chgData name="Jayakumar Balasubramanian" userId="8583fe483b3fec00" providerId="LiveId" clId="{7045FCDF-5EA3-4692-8140-15C12CE6C035}" dt="2025-07-13T07:39:09.246" v="108" actId="20577"/>
          <ac:spMkLst>
            <pc:docMk/>
            <pc:sldMk cId="4291488419" sldId="1006"/>
            <ac:spMk id="4" creationId="{252B6E10-B15D-BE00-6130-87A0081E6D0E}"/>
          </ac:spMkLst>
        </pc:spChg>
      </pc:sldChg>
      <pc:sldChg chg="del">
        <pc:chgData name="Jayakumar Balasubramanian" userId="8583fe483b3fec00" providerId="LiveId" clId="{7045FCDF-5EA3-4692-8140-15C12CE6C035}" dt="2025-07-13T07:39:16.472" v="112" actId="47"/>
        <pc:sldMkLst>
          <pc:docMk/>
          <pc:sldMk cId="4057405133" sldId="1007"/>
        </pc:sldMkLst>
      </pc:sldChg>
      <pc:sldChg chg="del">
        <pc:chgData name="Jayakumar Balasubramanian" userId="8583fe483b3fec00" providerId="LiveId" clId="{7045FCDF-5EA3-4692-8140-15C12CE6C035}" dt="2025-07-13T07:39:16.967" v="113" actId="47"/>
        <pc:sldMkLst>
          <pc:docMk/>
          <pc:sldMk cId="1898873243" sldId="1008"/>
        </pc:sldMkLst>
      </pc:sldChg>
      <pc:sldChg chg="del">
        <pc:chgData name="Jayakumar Balasubramanian" userId="8583fe483b3fec00" providerId="LiveId" clId="{7045FCDF-5EA3-4692-8140-15C12CE6C035}" dt="2025-07-13T07:39:17.451" v="114" actId="47"/>
        <pc:sldMkLst>
          <pc:docMk/>
          <pc:sldMk cId="2899698887" sldId="1009"/>
        </pc:sldMkLst>
      </pc:sldChg>
      <pc:sldChg chg="del">
        <pc:chgData name="Jayakumar Balasubramanian" userId="8583fe483b3fec00" providerId="LiveId" clId="{7045FCDF-5EA3-4692-8140-15C12CE6C035}" dt="2025-07-13T07:39:17.942" v="115" actId="47"/>
        <pc:sldMkLst>
          <pc:docMk/>
          <pc:sldMk cId="2196152501" sldId="1010"/>
        </pc:sldMkLst>
      </pc:sldChg>
      <pc:sldChg chg="del">
        <pc:chgData name="Jayakumar Balasubramanian" userId="8583fe483b3fec00" providerId="LiveId" clId="{7045FCDF-5EA3-4692-8140-15C12CE6C035}" dt="2025-07-13T07:39:18.457" v="116" actId="47"/>
        <pc:sldMkLst>
          <pc:docMk/>
          <pc:sldMk cId="2606737671" sldId="1011"/>
        </pc:sldMkLst>
      </pc:sldChg>
      <pc:sldChg chg="del">
        <pc:chgData name="Jayakumar Balasubramanian" userId="8583fe483b3fec00" providerId="LiveId" clId="{7045FCDF-5EA3-4692-8140-15C12CE6C035}" dt="2025-07-13T07:39:19.503" v="117" actId="47"/>
        <pc:sldMkLst>
          <pc:docMk/>
          <pc:sldMk cId="407873595" sldId="1012"/>
        </pc:sldMkLst>
      </pc:sldChg>
      <pc:sldChg chg="del">
        <pc:chgData name="Jayakumar Balasubramanian" userId="8583fe483b3fec00" providerId="LiveId" clId="{7045FCDF-5EA3-4692-8140-15C12CE6C035}" dt="2025-07-13T07:39:19.968" v="118" actId="47"/>
        <pc:sldMkLst>
          <pc:docMk/>
          <pc:sldMk cId="2919751383" sldId="1013"/>
        </pc:sldMkLst>
      </pc:sldChg>
      <pc:sldChg chg="del">
        <pc:chgData name="Jayakumar Balasubramanian" userId="8583fe483b3fec00" providerId="LiveId" clId="{7045FCDF-5EA3-4692-8140-15C12CE6C035}" dt="2025-07-13T07:39:20.368" v="119" actId="47"/>
        <pc:sldMkLst>
          <pc:docMk/>
          <pc:sldMk cId="796560762" sldId="1014"/>
        </pc:sldMkLst>
      </pc:sldChg>
      <pc:sldChg chg="del">
        <pc:chgData name="Jayakumar Balasubramanian" userId="8583fe483b3fec00" providerId="LiveId" clId="{7045FCDF-5EA3-4692-8140-15C12CE6C035}" dt="2025-07-13T07:39:20.654" v="120" actId="47"/>
        <pc:sldMkLst>
          <pc:docMk/>
          <pc:sldMk cId="1089925396" sldId="1015"/>
        </pc:sldMkLst>
      </pc:sldChg>
      <pc:sldChg chg="del">
        <pc:chgData name="Jayakumar Balasubramanian" userId="8583fe483b3fec00" providerId="LiveId" clId="{7045FCDF-5EA3-4692-8140-15C12CE6C035}" dt="2025-07-13T07:39:21.137" v="122" actId="47"/>
        <pc:sldMkLst>
          <pc:docMk/>
          <pc:sldMk cId="2829329277" sldId="1016"/>
        </pc:sldMkLst>
      </pc:sldChg>
      <pc:sldChg chg="del">
        <pc:chgData name="Jayakumar Balasubramanian" userId="8583fe483b3fec00" providerId="LiveId" clId="{7045FCDF-5EA3-4692-8140-15C12CE6C035}" dt="2025-07-13T07:39:21.377" v="123" actId="47"/>
        <pc:sldMkLst>
          <pc:docMk/>
          <pc:sldMk cId="3400917339" sldId="1017"/>
        </pc:sldMkLst>
      </pc:sldChg>
      <pc:sldChg chg="del">
        <pc:chgData name="Jayakumar Balasubramanian" userId="8583fe483b3fec00" providerId="LiveId" clId="{7045FCDF-5EA3-4692-8140-15C12CE6C035}" dt="2025-07-13T07:39:24.165" v="133" actId="47"/>
        <pc:sldMkLst>
          <pc:docMk/>
          <pc:sldMk cId="974022673" sldId="1018"/>
        </pc:sldMkLst>
      </pc:sldChg>
      <pc:sldChg chg="del">
        <pc:chgData name="Jayakumar Balasubramanian" userId="8583fe483b3fec00" providerId="LiveId" clId="{7045FCDF-5EA3-4692-8140-15C12CE6C035}" dt="2025-07-13T07:39:21.614" v="124" actId="47"/>
        <pc:sldMkLst>
          <pc:docMk/>
          <pc:sldMk cId="2571599547" sldId="1019"/>
        </pc:sldMkLst>
      </pc:sldChg>
      <pc:sldChg chg="del">
        <pc:chgData name="Jayakumar Balasubramanian" userId="8583fe483b3fec00" providerId="LiveId" clId="{7045FCDF-5EA3-4692-8140-15C12CE6C035}" dt="2025-07-13T07:39:21.832" v="125" actId="47"/>
        <pc:sldMkLst>
          <pc:docMk/>
          <pc:sldMk cId="908033606" sldId="1020"/>
        </pc:sldMkLst>
      </pc:sldChg>
      <pc:sldChg chg="del">
        <pc:chgData name="Jayakumar Balasubramanian" userId="8583fe483b3fec00" providerId="LiveId" clId="{7045FCDF-5EA3-4692-8140-15C12CE6C035}" dt="2025-07-13T07:39:22.047" v="126" actId="47"/>
        <pc:sldMkLst>
          <pc:docMk/>
          <pc:sldMk cId="2160697142" sldId="1021"/>
        </pc:sldMkLst>
      </pc:sldChg>
      <pc:sldChg chg="del">
        <pc:chgData name="Jayakumar Balasubramanian" userId="8583fe483b3fec00" providerId="LiveId" clId="{7045FCDF-5EA3-4692-8140-15C12CE6C035}" dt="2025-07-13T07:39:22.257" v="127" actId="47"/>
        <pc:sldMkLst>
          <pc:docMk/>
          <pc:sldMk cId="2040336914" sldId="1022"/>
        </pc:sldMkLst>
      </pc:sldChg>
      <pc:sldChg chg="del">
        <pc:chgData name="Jayakumar Balasubramanian" userId="8583fe483b3fec00" providerId="LiveId" clId="{7045FCDF-5EA3-4692-8140-15C12CE6C035}" dt="2025-07-13T07:39:22.661" v="128" actId="47"/>
        <pc:sldMkLst>
          <pc:docMk/>
          <pc:sldMk cId="2935153140" sldId="1023"/>
        </pc:sldMkLst>
      </pc:sldChg>
      <pc:sldChg chg="del">
        <pc:chgData name="Jayakumar Balasubramanian" userId="8583fe483b3fec00" providerId="LiveId" clId="{7045FCDF-5EA3-4692-8140-15C12CE6C035}" dt="2025-07-13T07:39:23.094" v="129" actId="47"/>
        <pc:sldMkLst>
          <pc:docMk/>
          <pc:sldMk cId="165051469" sldId="1024"/>
        </pc:sldMkLst>
      </pc:sldChg>
      <pc:sldChg chg="del">
        <pc:chgData name="Jayakumar Balasubramanian" userId="8583fe483b3fec00" providerId="LiveId" clId="{7045FCDF-5EA3-4692-8140-15C12CE6C035}" dt="2025-07-13T07:39:23.411" v="130" actId="47"/>
        <pc:sldMkLst>
          <pc:docMk/>
          <pc:sldMk cId="4005693393" sldId="1025"/>
        </pc:sldMkLst>
      </pc:sldChg>
      <pc:sldChg chg="del">
        <pc:chgData name="Jayakumar Balasubramanian" userId="8583fe483b3fec00" providerId="LiveId" clId="{7045FCDF-5EA3-4692-8140-15C12CE6C035}" dt="2025-07-13T07:39:23.682" v="131" actId="47"/>
        <pc:sldMkLst>
          <pc:docMk/>
          <pc:sldMk cId="2643533008" sldId="1026"/>
        </pc:sldMkLst>
      </pc:sldChg>
      <pc:sldChg chg="del">
        <pc:chgData name="Jayakumar Balasubramanian" userId="8583fe483b3fec00" providerId="LiveId" clId="{7045FCDF-5EA3-4692-8140-15C12CE6C035}" dt="2025-07-13T07:39:23.923" v="132" actId="47"/>
        <pc:sldMkLst>
          <pc:docMk/>
          <pc:sldMk cId="2188496250" sldId="1027"/>
        </pc:sldMkLst>
      </pc:sldChg>
      <pc:sldChg chg="del">
        <pc:chgData name="Jayakumar Balasubramanian" userId="8583fe483b3fec00" providerId="LiveId" clId="{7045FCDF-5EA3-4692-8140-15C12CE6C035}" dt="2025-07-13T07:39:24.397" v="134" actId="47"/>
        <pc:sldMkLst>
          <pc:docMk/>
          <pc:sldMk cId="3419898237" sldId="1028"/>
        </pc:sldMkLst>
      </pc:sldChg>
      <pc:sldChg chg="del">
        <pc:chgData name="Jayakumar Balasubramanian" userId="8583fe483b3fec00" providerId="LiveId" clId="{7045FCDF-5EA3-4692-8140-15C12CE6C035}" dt="2025-07-13T07:39:24.603" v="135" actId="47"/>
        <pc:sldMkLst>
          <pc:docMk/>
          <pc:sldMk cId="711619377" sldId="1029"/>
        </pc:sldMkLst>
      </pc:sldChg>
      <pc:sldChg chg="del">
        <pc:chgData name="Jayakumar Balasubramanian" userId="8583fe483b3fec00" providerId="LiveId" clId="{7045FCDF-5EA3-4692-8140-15C12CE6C035}" dt="2025-07-13T07:39:25.474" v="136" actId="47"/>
        <pc:sldMkLst>
          <pc:docMk/>
          <pc:sldMk cId="3481832020" sldId="1031"/>
        </pc:sldMkLst>
      </pc:sldChg>
      <pc:sldChg chg="del">
        <pc:chgData name="Jayakumar Balasubramanian" userId="8583fe483b3fec00" providerId="LiveId" clId="{7045FCDF-5EA3-4692-8140-15C12CE6C035}" dt="2025-07-13T07:39:25.490" v="137" actId="47"/>
        <pc:sldMkLst>
          <pc:docMk/>
          <pc:sldMk cId="2187204394" sldId="1032"/>
        </pc:sldMkLst>
      </pc:sldChg>
      <pc:sldChg chg="del">
        <pc:chgData name="Jayakumar Balasubramanian" userId="8583fe483b3fec00" providerId="LiveId" clId="{7045FCDF-5EA3-4692-8140-15C12CE6C035}" dt="2025-07-13T07:39:26.362" v="138" actId="47"/>
        <pc:sldMkLst>
          <pc:docMk/>
          <pc:sldMk cId="3248606687" sldId="1033"/>
        </pc:sldMkLst>
      </pc:sldChg>
      <pc:sldChg chg="del">
        <pc:chgData name="Jayakumar Balasubramanian" userId="8583fe483b3fec00" providerId="LiveId" clId="{7045FCDF-5EA3-4692-8140-15C12CE6C035}" dt="2025-07-13T07:39:26.493" v="139" actId="47"/>
        <pc:sldMkLst>
          <pc:docMk/>
          <pc:sldMk cId="4288981652" sldId="1034"/>
        </pc:sldMkLst>
      </pc:sldChg>
      <pc:sldChg chg="del">
        <pc:chgData name="Jayakumar Balasubramanian" userId="8583fe483b3fec00" providerId="LiveId" clId="{7045FCDF-5EA3-4692-8140-15C12CE6C035}" dt="2025-07-13T07:39:26.660" v="140" actId="47"/>
        <pc:sldMkLst>
          <pc:docMk/>
          <pc:sldMk cId="1599070991" sldId="1283"/>
        </pc:sldMkLst>
      </pc:sldChg>
    </pc:docChg>
  </pc:docChgLst>
  <pc:docChgLst>
    <pc:chgData name="Jayakumar Balasubramanian" userId="8583fe483b3fec00" providerId="LiveId" clId="{FF180F4D-FCEF-4E75-96E6-DD9A5C8B7CA4}"/>
    <pc:docChg chg="modSld">
      <pc:chgData name="Jayakumar Balasubramanian" userId="8583fe483b3fec00" providerId="LiveId" clId="{FF180F4D-FCEF-4E75-96E6-DD9A5C8B7CA4}" dt="2025-07-01T08:21:10.236" v="1802" actId="20577"/>
      <pc:docMkLst>
        <pc:docMk/>
      </pc:docMkLst>
      <pc:sldChg chg="modSp">
        <pc:chgData name="Jayakumar Balasubramanian" userId="8583fe483b3fec00" providerId="LiveId" clId="{FF180F4D-FCEF-4E75-96E6-DD9A5C8B7CA4}" dt="2025-07-01T07:16:05.555" v="6" actId="20577"/>
        <pc:sldMkLst>
          <pc:docMk/>
          <pc:sldMk cId="0" sldId="262"/>
        </pc:sldMkLst>
        <pc:spChg chg="mod">
          <ac:chgData name="Jayakumar Balasubramanian" userId="8583fe483b3fec00" providerId="LiveId" clId="{FF180F4D-FCEF-4E75-96E6-DD9A5C8B7CA4}" dt="2025-07-01T07:16:05.555" v="6" actId="20577"/>
          <ac:spMkLst>
            <pc:docMk/>
            <pc:sldMk cId="0" sldId="262"/>
            <ac:spMk id="6" creationId="{00000000-0000-0000-0000-000000000000}"/>
          </ac:spMkLst>
        </pc:spChg>
      </pc:sldChg>
      <pc:sldChg chg="modSp mod">
        <pc:chgData name="Jayakumar Balasubramanian" userId="8583fe483b3fec00" providerId="LiveId" clId="{FF180F4D-FCEF-4E75-96E6-DD9A5C8B7CA4}" dt="2025-07-01T07:31:22.635" v="742" actId="20577"/>
        <pc:sldMkLst>
          <pc:docMk/>
          <pc:sldMk cId="0" sldId="480"/>
        </pc:sldMkLst>
      </pc:sldChg>
      <pc:sldChg chg="mod">
        <pc:chgData name="Jayakumar Balasubramanian" userId="8583fe483b3fec00" providerId="LiveId" clId="{FF180F4D-FCEF-4E75-96E6-DD9A5C8B7CA4}" dt="2025-07-01T07:50:36.364" v="1769" actId="27918"/>
        <pc:sldMkLst>
          <pc:docMk/>
          <pc:sldMk cId="0" sldId="651"/>
        </pc:sldMkLst>
      </pc:sldChg>
      <pc:sldChg chg="modSp mod modAnim">
        <pc:chgData name="Jayakumar Balasubramanian" userId="8583fe483b3fec00" providerId="LiveId" clId="{FF180F4D-FCEF-4E75-96E6-DD9A5C8B7CA4}" dt="2025-07-01T08:21:10.236" v="1802" actId="20577"/>
        <pc:sldMkLst>
          <pc:docMk/>
          <pc:sldMk cId="0" sldId="1001"/>
        </pc:sldMkLst>
        <pc:spChg chg="mod">
          <ac:chgData name="Jayakumar Balasubramanian" userId="8583fe483b3fec00" providerId="LiveId" clId="{FF180F4D-FCEF-4E75-96E6-DD9A5C8B7CA4}" dt="2025-07-01T08:21:10.236" v="1802" actId="20577"/>
          <ac:spMkLst>
            <pc:docMk/>
            <pc:sldMk cId="0" sldId="1001"/>
            <ac:spMk id="4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EC647C-F50C-4F78-AA33-D7AA6CDA18EE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75F49F-1664-4AD9-BC5E-3E1D0C5E6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83341F-E62C-483B-84B4-966F8BE46097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E6CBB4-399F-4023-9E47-0B63A6AB6E1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64225" y="1196975"/>
            <a:ext cx="10363200" cy="1470025"/>
          </a:xfrm>
        </p:spPr>
        <p:txBody>
          <a:bodyPr/>
          <a:lstStyle>
            <a:lvl1pPr algn="l">
              <a:defRPr baseline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64225" y="2838640"/>
            <a:ext cx="8534400" cy="659167"/>
          </a:xfrm>
        </p:spPr>
        <p:txBody>
          <a:bodyPr>
            <a:normAutofit/>
          </a:bodyPr>
          <a:lstStyle>
            <a:lvl1pPr marL="0" indent="0" algn="l">
              <a:buNone/>
              <a:defRPr sz="2800" baseline="0">
                <a:solidFill>
                  <a:srgbClr val="FF6D22"/>
                </a:solidFill>
                <a:latin typeface="Trebuchet MS" panose="020B0603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Presenter name:</a:t>
            </a:r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89" y="4158034"/>
            <a:ext cx="11393491" cy="17337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2664" y="4627227"/>
            <a:ext cx="9263992" cy="795415"/>
          </a:xfrm>
        </p:spPr>
        <p:txBody>
          <a:bodyPr anchor="t">
            <a:normAutofit/>
          </a:bodyPr>
          <a:lstStyle>
            <a:lvl1pPr algn="l">
              <a:defRPr sz="3200" b="1" cap="none" baseline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Sub Title slide 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-572"/>
            <a:ext cx="10972800" cy="1143000"/>
          </a:xfrm>
        </p:spPr>
        <p:txBody>
          <a:bodyPr/>
          <a:lstStyle>
            <a:lvl1pPr algn="l">
              <a:defRPr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Title for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67021"/>
            <a:ext cx="10972800" cy="4525963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ü"/>
              <a:defRPr baseline="0">
                <a:latin typeface="Trebuchet MS" panose="020B060302020202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aseline="0">
                <a:latin typeface="Trebuchet MS" panose="020B0603020202020204" pitchFamily="34" charset="0"/>
              </a:defRPr>
            </a:lvl2pPr>
            <a:lvl3pPr>
              <a:defRPr baseline="0">
                <a:latin typeface="Trebuchet MS" panose="020B0603020202020204" pitchFamily="34" charset="0"/>
              </a:defRPr>
            </a:lvl3pPr>
            <a:lvl4pPr>
              <a:defRPr baseline="0">
                <a:latin typeface="Trebuchet MS" panose="020B0603020202020204" pitchFamily="34" charset="0"/>
              </a:defRPr>
            </a:lvl4pPr>
            <a:lvl5pPr>
              <a:defRPr baseline="0"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109622"/>
            <a:ext cx="643467" cy="8509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7606"/>
            <a:ext cx="457200" cy="6096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0101" y="122552"/>
            <a:ext cx="5583947" cy="85039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318"/>
            <a:ext cx="12192000" cy="6844682"/>
          </a:xfrm>
          <a:prstGeom prst="rect">
            <a:avLst/>
          </a:prstGeom>
        </p:spPr>
      </p:pic>
      <p:sp>
        <p:nvSpPr>
          <p:cNvPr id="6" name="TextBox 5"/>
          <p:cNvSpPr txBox="1"/>
          <p:nvPr userDrawn="1"/>
        </p:nvSpPr>
        <p:spPr>
          <a:xfrm>
            <a:off x="1108823" y="4701770"/>
            <a:ext cx="24188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THANK YOU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549967" y="642084"/>
            <a:ext cx="11092068" cy="565149"/>
          </a:xfrm>
          <a:prstGeom prst="rect">
            <a:avLst/>
          </a:prstGeom>
        </p:spPr>
        <p:txBody>
          <a:bodyPr vert="horz" lIns="137132" tIns="68567" rIns="137132" bIns="68567" rtlCol="0" anchor="ctr">
            <a:noAutofit/>
          </a:bodyPr>
          <a:lstStyle>
            <a:lvl1pPr algn="ctr">
              <a:defRPr sz="3600" b="0" baseline="0">
                <a:solidFill>
                  <a:schemeClr val="tx2"/>
                </a:solidFill>
                <a:latin typeface="Century Gothic" panose="020B0502020202020204"/>
                <a:ea typeface="Roboto Thin" pitchFamily="2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userDrawn="1">
  <p:cSld name="Agenda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>
            <a:off x="0" y="6727600"/>
            <a:ext cx="12192000" cy="13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" name="Google Shape;25;p5"/>
          <p:cNvSpPr txBox="1">
            <a:spLocks noGrp="1"/>
          </p:cNvSpPr>
          <p:nvPr>
            <p:ph type="title" hasCustomPrompt="1"/>
          </p:nvPr>
        </p:nvSpPr>
        <p:spPr>
          <a:xfrm>
            <a:off x="415600" y="0"/>
            <a:ext cx="11360800" cy="95056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dirty="0"/>
              <a:t>Agenda</a:t>
            </a:r>
            <a:endParaRPr dirty="0"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415600" y="1592979"/>
            <a:ext cx="11360800" cy="51346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11776397" y="6485324"/>
            <a:ext cx="415215" cy="2570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accent4"/>
                </a:solidFill>
              </a:defRPr>
            </a:lvl1pPr>
            <a:lvl2pPr lvl="1" rtl="0">
              <a:buNone/>
              <a:defRPr>
                <a:solidFill>
                  <a:schemeClr val="accent4"/>
                </a:solidFill>
              </a:defRPr>
            </a:lvl2pPr>
            <a:lvl3pPr lvl="2" rtl="0">
              <a:buNone/>
              <a:defRPr>
                <a:solidFill>
                  <a:schemeClr val="accent4"/>
                </a:solidFill>
              </a:defRPr>
            </a:lvl3pPr>
            <a:lvl4pPr lvl="3" rtl="0">
              <a:buNone/>
              <a:defRPr>
                <a:solidFill>
                  <a:schemeClr val="accent4"/>
                </a:solidFill>
              </a:defRPr>
            </a:lvl4pPr>
            <a:lvl5pPr lvl="4" rtl="0">
              <a:buNone/>
              <a:defRPr>
                <a:solidFill>
                  <a:schemeClr val="accent4"/>
                </a:solidFill>
              </a:defRPr>
            </a:lvl5pPr>
            <a:lvl6pPr lvl="5" rtl="0">
              <a:buNone/>
              <a:defRPr>
                <a:solidFill>
                  <a:schemeClr val="accent4"/>
                </a:solidFill>
              </a:defRPr>
            </a:lvl6pPr>
            <a:lvl7pPr lvl="6" rtl="0">
              <a:buNone/>
              <a:defRPr>
                <a:solidFill>
                  <a:schemeClr val="accent4"/>
                </a:solidFill>
              </a:defRPr>
            </a:lvl7pPr>
            <a:lvl8pPr lvl="7" rtl="0">
              <a:buNone/>
              <a:defRPr>
                <a:solidFill>
                  <a:schemeClr val="accent4"/>
                </a:solidFill>
              </a:defRPr>
            </a:lvl8pPr>
            <a:lvl9pPr lvl="8" rtl="0">
              <a:buNone/>
              <a:defRPr>
                <a:solidFill>
                  <a:schemeClr val="accent4"/>
                </a:solidFill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Subtitle 1"/>
          <p:cNvSpPr>
            <a:spLocks noGrp="1"/>
          </p:cNvSpPr>
          <p:nvPr>
            <p:ph type="subTitle" idx="13"/>
          </p:nvPr>
        </p:nvSpPr>
        <p:spPr>
          <a:xfrm>
            <a:off x="415599" y="950568"/>
            <a:ext cx="11360799" cy="642413"/>
          </a:xfrm>
        </p:spPr>
        <p:txBody>
          <a:bodyPr tIns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133"/>
            </a:lvl1pPr>
            <a:lvl2pPr marL="609585" indent="0" algn="ctr">
              <a:buNone/>
            </a:lvl2pPr>
            <a:lvl3pPr marL="1219170" indent="0" algn="ctr">
              <a:buNone/>
            </a:lvl3pPr>
            <a:lvl4pPr marL="1828754" indent="0" algn="ctr">
              <a:buNone/>
            </a:lvl4pPr>
            <a:lvl5pPr marL="2438339" indent="0" algn="ctr">
              <a:buNone/>
            </a:lvl5pPr>
            <a:lvl6pPr marL="3047924" indent="0" algn="ctr">
              <a:buNone/>
            </a:lvl6pPr>
            <a:lvl7pPr marL="3657509" indent="0" algn="ctr">
              <a:buNone/>
            </a:lvl7pPr>
            <a:lvl8pPr marL="4267093" indent="0" algn="ctr">
              <a:buNone/>
            </a:lvl8pPr>
            <a:lvl9pPr marL="4876678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222106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439963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Emertxe - ESSCI Training Partner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8857E8-9F25-874E-BE43-5F23928A527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Day 1 Recap &amp; Day 2 Preview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 dirty="0">
                <a:solidFill>
                  <a:srgbClr val="FFFFFF"/>
                </a:solidFill>
                <a:latin typeface="Calibri"/>
              </a:rPr>
              <a:t>What you learned, what's next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latin typeface="Calibri"/>
              </a:rPr>
              <a:t>Session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2000" b="0" i="0" dirty="0">
                <a:solidFill>
                  <a:srgbClr val="333333"/>
                </a:solidFill>
                <a:latin typeface="Calibri"/>
              </a:rPr>
              <a:t>1.  What you accomplished today</a:t>
            </a:r>
          </a:p>
          <a:p>
            <a:pPr>
              <a:spcAft>
                <a:spcPts val="600"/>
              </a:spcAft>
            </a:pPr>
            <a:r>
              <a:rPr sz="2000" b="0" i="0" dirty="0">
                <a:solidFill>
                  <a:srgbClr val="333333"/>
                </a:solidFill>
                <a:latin typeface="Calibri"/>
              </a:rPr>
              <a:t>2.  Concept map — how today's pieces fit</a:t>
            </a:r>
          </a:p>
          <a:p>
            <a:pPr>
              <a:spcAft>
                <a:spcPts val="600"/>
              </a:spcAft>
            </a:pPr>
            <a:r>
              <a:rPr sz="2000" b="0" i="0" dirty="0">
                <a:solidFill>
                  <a:srgbClr val="333333"/>
                </a:solidFill>
                <a:latin typeface="Calibri"/>
              </a:rPr>
              <a:t>3.  Day 2 preview</a:t>
            </a:r>
          </a:p>
          <a:p>
            <a:pPr>
              <a:spcAft>
                <a:spcPts val="600"/>
              </a:spcAft>
            </a:pPr>
            <a:r>
              <a:rPr sz="2000" b="0" i="0" dirty="0">
                <a:solidFill>
                  <a:srgbClr val="333333"/>
                </a:solidFill>
                <a:latin typeface="Calibri"/>
              </a:rPr>
              <a:t>4.  Tonight's optional reading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latin typeface="Calibri"/>
              </a:rPr>
              <a:t>Today's Accomplishments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 i="1">
                <a:solidFill>
                  <a:srgbClr val="666666"/>
                </a:solidFill>
                <a:latin typeface="Calibri"/>
              </a:rPr>
              <a:t>What every participant should have done by now.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74519"/>
            <a:ext cx="457200" cy="548640"/>
          </a:xfrm>
          <a:prstGeom prst="roundRect">
            <a:avLst/>
          </a:prstGeom>
          <a:solidFill>
            <a:srgbClr val="66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874519"/>
            <a:ext cx="10058400" cy="3693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b="1" i="0" dirty="0">
                <a:solidFill>
                  <a:srgbClr val="CC0066"/>
                </a:solidFill>
                <a:latin typeface="Calibri"/>
              </a:rPr>
              <a:t>Linux fundamentals refreshed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2185415"/>
            <a:ext cx="10058400" cy="3693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b="0" i="0" dirty="0">
                <a:solidFill>
                  <a:srgbClr val="333333"/>
                </a:solidFill>
                <a:latin typeface="Calibri"/>
              </a:rPr>
              <a:t>Filesystem, processes, </a:t>
            </a:r>
            <a:r>
              <a:rPr b="0" i="0" dirty="0" err="1">
                <a:solidFill>
                  <a:srgbClr val="333333"/>
                </a:solidFill>
                <a:latin typeface="Calibri"/>
              </a:rPr>
              <a:t>systemd</a:t>
            </a:r>
            <a:r>
              <a:rPr b="0" i="0" dirty="0">
                <a:solidFill>
                  <a:srgbClr val="333333"/>
                </a:solidFill>
                <a:latin typeface="Calibri"/>
              </a:rPr>
              <a:t>, networking, troubleshooting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87752"/>
            <a:ext cx="457200" cy="548640"/>
          </a:xfrm>
          <a:prstGeom prst="roundRect">
            <a:avLst/>
          </a:prstGeom>
          <a:solidFill>
            <a:srgbClr val="66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587752"/>
            <a:ext cx="10058400" cy="3693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b="1" i="0">
                <a:solidFill>
                  <a:srgbClr val="CC0066"/>
                </a:solidFill>
                <a:latin typeface="Calibri"/>
              </a:rPr>
              <a:t>Yocto's place in the landscape clarified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898648"/>
            <a:ext cx="10058400" cy="3693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b="0" i="0">
                <a:solidFill>
                  <a:srgbClr val="333333"/>
                </a:solidFill>
                <a:latin typeface="Calibri"/>
              </a:rPr>
              <a:t>Buildroot vs Yocto, cross-compile fundamentals, target triples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300984"/>
            <a:ext cx="457200" cy="548640"/>
          </a:xfrm>
          <a:prstGeom prst="roundRect">
            <a:avLst/>
          </a:prstGeom>
          <a:solidFill>
            <a:srgbClr val="66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300984"/>
            <a:ext cx="10058400" cy="3693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b="1" i="0">
                <a:solidFill>
                  <a:srgbClr val="CC0066"/>
                </a:solidFill>
                <a:latin typeface="Calibri"/>
              </a:rPr>
              <a:t>Mental model of Yocto built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611879"/>
            <a:ext cx="10058400" cy="3693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b="0" i="0" dirty="0">
                <a:solidFill>
                  <a:srgbClr val="333333"/>
                </a:solidFill>
                <a:latin typeface="Calibri"/>
              </a:rPr>
              <a:t>Poky, OE-Core, </a:t>
            </a:r>
            <a:r>
              <a:rPr b="0" i="0" dirty="0" err="1">
                <a:solidFill>
                  <a:srgbClr val="333333"/>
                </a:solidFill>
                <a:latin typeface="Calibri"/>
              </a:rPr>
              <a:t>BitBake</a:t>
            </a:r>
            <a:r>
              <a:rPr b="0" i="0" dirty="0">
                <a:solidFill>
                  <a:srgbClr val="333333"/>
                </a:solidFill>
                <a:latin typeface="Calibri"/>
              </a:rPr>
              <a:t>, layers, recipes, tasks, </a:t>
            </a:r>
            <a:r>
              <a:rPr b="0" i="0" dirty="0" err="1">
                <a:solidFill>
                  <a:srgbClr val="333333"/>
                </a:solidFill>
                <a:latin typeface="Calibri"/>
              </a:rPr>
              <a:t>sstate</a:t>
            </a:r>
            <a:r>
              <a:rPr b="0" i="0" dirty="0">
                <a:solidFill>
                  <a:srgbClr val="333333"/>
                </a:solidFill>
                <a:latin typeface="Calibri"/>
              </a:rPr>
              <a:t>, MACHINE/DISTRO/IMAGE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014215"/>
            <a:ext cx="457200" cy="548640"/>
          </a:xfrm>
          <a:prstGeom prst="roundRect">
            <a:avLst/>
          </a:prstGeom>
          <a:solidFill>
            <a:srgbClr val="66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014215"/>
            <a:ext cx="10058400" cy="3693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b="1" i="0">
                <a:solidFill>
                  <a:srgbClr val="CC0066"/>
                </a:solidFill>
                <a:latin typeface="Calibri"/>
              </a:rPr>
              <a:t>BitBake internals understood at usage depth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325112"/>
            <a:ext cx="10058400" cy="3693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b="0" i="0">
                <a:solidFill>
                  <a:srgbClr val="333333"/>
                </a:solidFill>
                <a:latin typeface="Calibri"/>
              </a:rPr>
              <a:t>Parse-plan-execute, variable operators, overrides, config files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727448"/>
            <a:ext cx="457200" cy="548640"/>
          </a:xfrm>
          <a:prstGeom prst="roundRect">
            <a:avLst/>
          </a:prstGeom>
          <a:solidFill>
            <a:srgbClr val="66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727448"/>
            <a:ext cx="10058400" cy="3693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b="1" i="0">
                <a:solidFill>
                  <a:srgbClr val="CC0066"/>
                </a:solidFill>
                <a:latin typeface="Calibri"/>
              </a:rPr>
              <a:t>First custom Yocto image built and booted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038344"/>
            <a:ext cx="10058400" cy="3693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b="0" i="0">
                <a:solidFill>
                  <a:srgbClr val="333333"/>
                </a:solidFill>
                <a:latin typeface="Calibri"/>
              </a:rPr>
              <a:t>meta-trainerdemo, hello-trainergw, IMAGE_INSTALL — pattern memorized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latin typeface="Calibri"/>
              </a:rPr>
              <a:t>Day 2 Preview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 i="1" dirty="0">
                <a:solidFill>
                  <a:srgbClr val="666666"/>
                </a:solidFill>
                <a:latin typeface="Calibri"/>
              </a:rPr>
              <a:t>What we'll cover tomorrow.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35907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2000" b="1" i="0" dirty="0">
                <a:solidFill>
                  <a:srgbClr val="CC0066"/>
                </a:solidFill>
                <a:latin typeface="Calibri"/>
              </a:rPr>
              <a:t>Morning: Recipe internals + the build pipeline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• Recipe anatomy in depth — SRC_URI, </a:t>
            </a:r>
            <a:r>
              <a:rPr sz="1600" b="0" i="0" dirty="0" err="1">
                <a:solidFill>
                  <a:srgbClr val="333333"/>
                </a:solidFill>
                <a:latin typeface="Calibri"/>
              </a:rPr>
              <a:t>do_install</a:t>
            </a:r>
            <a:r>
              <a:rPr sz="1600" b="0" i="0" dirty="0">
                <a:solidFill>
                  <a:srgbClr val="333333"/>
                </a:solidFill>
                <a:latin typeface="Calibri"/>
              </a:rPr>
              <a:t>, FILES, RDEPENDS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• Packaging models — rpm, deb, </a:t>
            </a:r>
            <a:r>
              <a:rPr sz="1600" b="0" i="0" dirty="0" err="1">
                <a:solidFill>
                  <a:srgbClr val="333333"/>
                </a:solidFill>
                <a:latin typeface="Calibri"/>
              </a:rPr>
              <a:t>ipk</a:t>
            </a:r>
            <a:r>
              <a:rPr sz="1600" b="0" i="0" dirty="0">
                <a:solidFill>
                  <a:srgbClr val="333333"/>
                </a:solidFill>
                <a:latin typeface="Calibri"/>
              </a:rPr>
              <a:t> — when each fits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• IMAGE_FEATURES, </a:t>
            </a:r>
            <a:r>
              <a:rPr sz="1600" b="0" i="0" dirty="0" err="1">
                <a:solidFill>
                  <a:srgbClr val="333333"/>
                </a:solidFill>
                <a:latin typeface="Calibri"/>
              </a:rPr>
              <a:t>packagegroups</a:t>
            </a:r>
            <a:r>
              <a:rPr sz="1600" b="0" i="0" dirty="0">
                <a:solidFill>
                  <a:srgbClr val="333333"/>
                </a:solidFill>
                <a:latin typeface="Calibri"/>
              </a:rPr>
              <a:t>, image composition patterns</a:t>
            </a:r>
          </a:p>
          <a:p>
            <a:pPr>
              <a:spcAft>
                <a:spcPts val="12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• BSP and hardware enablement (moved from Day 3 morning)</a:t>
            </a:r>
          </a:p>
          <a:p>
            <a:pPr>
              <a:spcAft>
                <a:spcPts val="600"/>
              </a:spcAft>
            </a:pPr>
            <a:r>
              <a:rPr sz="2000" b="1" i="0" dirty="0">
                <a:solidFill>
                  <a:srgbClr val="CC0066"/>
                </a:solidFill>
                <a:latin typeface="Calibri"/>
              </a:rPr>
              <a:t>Afternoon: Debugging + Performance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• Where builds fail and how to diagnose each layer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• Patch workflows for long-term maintainability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• </a:t>
            </a:r>
            <a:r>
              <a:rPr sz="1600" b="0" i="0" dirty="0" err="1">
                <a:solidFill>
                  <a:srgbClr val="333333"/>
                </a:solidFill>
                <a:latin typeface="Calibri"/>
              </a:rPr>
              <a:t>sstate</a:t>
            </a:r>
            <a:r>
              <a:rPr sz="1600" b="0" i="0" dirty="0">
                <a:solidFill>
                  <a:srgbClr val="333333"/>
                </a:solidFill>
                <a:latin typeface="Calibri"/>
              </a:rPr>
              <a:t> strategy at scale — local vs shared mirrors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• Parallelism tuning, hash equivalence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• Hands-on lab applying all of 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latin typeface="Calibri"/>
              </a:rPr>
              <a:t>Tonight's Optional Reading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 i="1" dirty="0">
                <a:solidFill>
                  <a:srgbClr val="666666"/>
                </a:solidFill>
                <a:latin typeface="Calibri"/>
              </a:rPr>
              <a:t>If you want to deepen what we covered today.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244682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b="1" i="0" dirty="0" err="1">
                <a:solidFill>
                  <a:srgbClr val="CC0066"/>
                </a:solidFill>
                <a:latin typeface="Calibri"/>
              </a:rPr>
              <a:t>Yocto</a:t>
            </a:r>
            <a:r>
              <a:rPr b="1" i="0" dirty="0">
                <a:solidFill>
                  <a:srgbClr val="CC0066"/>
                </a:solidFill>
                <a:latin typeface="Calibri"/>
              </a:rPr>
              <a:t> Project Overview Manual</a:t>
            </a:r>
          </a:p>
          <a:p>
            <a:pPr>
              <a:spcAft>
                <a:spcPts val="1000"/>
              </a:spcAft>
            </a:pPr>
            <a:r>
              <a:rPr sz="1600" b="0" i="0" dirty="0">
                <a:solidFill>
                  <a:srgbClr val="663399"/>
                </a:solidFill>
                <a:latin typeface="Consolas"/>
              </a:rPr>
              <a:t>docs.yoctoproject.org/</a:t>
            </a:r>
            <a:r>
              <a:rPr sz="1600" b="0" i="0" dirty="0" err="1">
                <a:solidFill>
                  <a:srgbClr val="663399"/>
                </a:solidFill>
                <a:latin typeface="Consolas"/>
              </a:rPr>
              <a:t>scarthgap</a:t>
            </a:r>
            <a:r>
              <a:rPr sz="1600" b="0" i="0" dirty="0">
                <a:solidFill>
                  <a:srgbClr val="663399"/>
                </a:solidFill>
                <a:latin typeface="Consolas"/>
              </a:rPr>
              <a:t>/overview-manual/</a:t>
            </a:r>
          </a:p>
          <a:p>
            <a:pPr>
              <a:spcAft>
                <a:spcPts val="400"/>
              </a:spcAft>
            </a:pPr>
            <a:r>
              <a:rPr b="1" i="0" dirty="0" err="1">
                <a:solidFill>
                  <a:srgbClr val="CC0066"/>
                </a:solidFill>
                <a:latin typeface="Calibri"/>
              </a:rPr>
              <a:t>BitBake</a:t>
            </a:r>
            <a:r>
              <a:rPr b="1" i="0" dirty="0">
                <a:solidFill>
                  <a:srgbClr val="CC0066"/>
                </a:solidFill>
                <a:latin typeface="Calibri"/>
              </a:rPr>
              <a:t> User Manual — chapters 1-3</a:t>
            </a:r>
          </a:p>
          <a:p>
            <a:pPr>
              <a:spcAft>
                <a:spcPts val="1000"/>
              </a:spcAft>
            </a:pPr>
            <a:r>
              <a:rPr sz="1600" b="0" i="0" dirty="0">
                <a:solidFill>
                  <a:srgbClr val="663399"/>
                </a:solidFill>
                <a:latin typeface="Consolas"/>
              </a:rPr>
              <a:t>docs.yoctoproject.org/</a:t>
            </a:r>
            <a:r>
              <a:rPr sz="1600" b="0" i="0" dirty="0" err="1">
                <a:solidFill>
                  <a:srgbClr val="663399"/>
                </a:solidFill>
                <a:latin typeface="Consolas"/>
              </a:rPr>
              <a:t>scarthgap</a:t>
            </a:r>
            <a:r>
              <a:rPr sz="1600" b="0" i="0" dirty="0">
                <a:solidFill>
                  <a:srgbClr val="663399"/>
                </a:solidFill>
                <a:latin typeface="Consolas"/>
              </a:rPr>
              <a:t>/</a:t>
            </a:r>
            <a:r>
              <a:rPr sz="1600" b="0" i="0" dirty="0" err="1">
                <a:solidFill>
                  <a:srgbClr val="663399"/>
                </a:solidFill>
                <a:latin typeface="Consolas"/>
              </a:rPr>
              <a:t>bitbake</a:t>
            </a:r>
            <a:r>
              <a:rPr sz="1600" b="0" i="0" dirty="0">
                <a:solidFill>
                  <a:srgbClr val="663399"/>
                </a:solidFill>
                <a:latin typeface="Consolas"/>
              </a:rPr>
              <a:t>/</a:t>
            </a:r>
          </a:p>
          <a:p>
            <a:pPr>
              <a:spcAft>
                <a:spcPts val="400"/>
              </a:spcAft>
            </a:pPr>
            <a:r>
              <a:rPr b="1" i="0" dirty="0" err="1">
                <a:solidFill>
                  <a:srgbClr val="CC0066"/>
                </a:solidFill>
                <a:latin typeface="Calibri"/>
              </a:rPr>
              <a:t>Bootlin</a:t>
            </a:r>
            <a:r>
              <a:rPr b="1" i="0" dirty="0">
                <a:solidFill>
                  <a:srgbClr val="CC0066"/>
                </a:solidFill>
                <a:latin typeface="Calibri"/>
              </a:rPr>
              <a:t> </a:t>
            </a:r>
            <a:r>
              <a:rPr b="1" i="0" dirty="0" err="1">
                <a:solidFill>
                  <a:srgbClr val="CC0066"/>
                </a:solidFill>
                <a:latin typeface="Calibri"/>
              </a:rPr>
              <a:t>Yocto</a:t>
            </a:r>
            <a:r>
              <a:rPr b="1" i="0" dirty="0">
                <a:solidFill>
                  <a:srgbClr val="CC0066"/>
                </a:solidFill>
                <a:latin typeface="Calibri"/>
              </a:rPr>
              <a:t> training slides (free)</a:t>
            </a:r>
          </a:p>
          <a:p>
            <a:pPr>
              <a:spcAft>
                <a:spcPts val="1000"/>
              </a:spcAft>
            </a:pPr>
            <a:r>
              <a:rPr sz="1600" b="0" i="0" dirty="0">
                <a:solidFill>
                  <a:srgbClr val="663399"/>
                </a:solidFill>
                <a:latin typeface="Consolas"/>
              </a:rPr>
              <a:t>bootlin.com/doc/training/</a:t>
            </a:r>
            <a:r>
              <a:rPr sz="1600" b="0" i="0" dirty="0" err="1">
                <a:solidFill>
                  <a:srgbClr val="663399"/>
                </a:solidFill>
                <a:latin typeface="Consolas"/>
              </a:rPr>
              <a:t>yocto</a:t>
            </a:r>
            <a:r>
              <a:rPr sz="1600" b="0" i="0" dirty="0">
                <a:solidFill>
                  <a:srgbClr val="663399"/>
                </a:solidFill>
                <a:latin typeface="Consolas"/>
              </a:rPr>
              <a:t>/</a:t>
            </a:r>
          </a:p>
          <a:p>
            <a:pPr>
              <a:spcAft>
                <a:spcPts val="400"/>
              </a:spcAft>
            </a:pPr>
            <a:r>
              <a:rPr sz="1600" b="0" i="1" dirty="0">
                <a:solidFill>
                  <a:srgbClr val="666666"/>
                </a:solidFill>
                <a:latin typeface="Calibri"/>
              </a:rPr>
              <a:t>None of these are mandatory — but reading any of them tonight makes Day 2 stick better.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852160"/>
            <a:ext cx="10515600" cy="457200"/>
          </a:xfrm>
          <a:prstGeom prst="roundRect">
            <a:avLst/>
          </a:prstGeom>
          <a:solidFill>
            <a:srgbClr val="FB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/>
            <a:r>
              <a:rPr sz="1600" b="1" dirty="0">
                <a:solidFill>
                  <a:srgbClr val="663399"/>
                </a:solidFill>
                <a:latin typeface="Calibri"/>
              </a:rPr>
              <a:t>Get a good night's sleep — Day 2 is the densest day of the course.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KNOELEADERBOARD" val="50440548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610</TotalTime>
  <Words>345</Words>
  <Application>Microsoft Office PowerPoint</Application>
  <PresentationFormat>Widescreen</PresentationFormat>
  <Paragraphs>47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Calibri</vt:lpstr>
      <vt:lpstr>Century Gothic</vt:lpstr>
      <vt:lpstr>Consolas</vt:lpstr>
      <vt:lpstr>Trebuchet MS</vt:lpstr>
      <vt:lpstr>Wingdings</vt:lpstr>
      <vt:lpstr>Office Theme</vt:lpstr>
      <vt:lpstr>Day 1 Recap &amp; Day 2 Preview</vt:lpstr>
      <vt:lpstr>Session Agenda</vt:lpstr>
      <vt:lpstr>Today's Accomplishments</vt:lpstr>
      <vt:lpstr>Day 2 Preview</vt:lpstr>
      <vt:lpstr>Tonight's Optional Reading</vt:lpstr>
    </vt:vector>
  </TitlesOfParts>
  <Company>raviraj.joshi@gmail.com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Raviraj Joshi</dc:creator>
  <cp:lastModifiedBy>biju mk</cp:lastModifiedBy>
  <cp:revision>690</cp:revision>
  <dcterms:created xsi:type="dcterms:W3CDTF">2013-11-03T09:32:00Z</dcterms:created>
  <dcterms:modified xsi:type="dcterms:W3CDTF">2026-06-08T16:49:54Z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6AF801489331466DA9817B4BD5235033_13</vt:lpwstr>
  </property>
  <property fmtid="{D5CDD505-2E9C-101B-9397-08002B2CF9AE}" pid="3" name="KSOProductBuildVer">
    <vt:lpwstr>1033-12.2.0.20795</vt:lpwstr>
  </property>
  <property fmtid="{D5CDD505-2E9C-101B-9397-08002B2CF9AE}" pid="4" name="MSIP_Label_defa4170-0d19-0005-0004-bc88714345d2_Enabled">
    <vt:lpwstr>true</vt:lpwstr>
  </property>
  <property fmtid="{D5CDD505-2E9C-101B-9397-08002B2CF9AE}" pid="5" name="MSIP_Label_defa4170-0d19-0005-0004-bc88714345d2_SetDate">
    <vt:lpwstr>2022-10-02T10:42:38Z</vt:lpwstr>
  </property>
  <property fmtid="{D5CDD505-2E9C-101B-9397-08002B2CF9AE}" pid="6" name="MSIP_Label_defa4170-0d19-0005-0004-bc88714345d2_Method">
    <vt:lpwstr>Standard</vt:lpwstr>
  </property>
  <property fmtid="{D5CDD505-2E9C-101B-9397-08002B2CF9AE}" pid="7" name="MSIP_Label_defa4170-0d19-0005-0004-bc88714345d2_Name">
    <vt:lpwstr>defa4170-0d19-0005-0004-bc88714345d2</vt:lpwstr>
  </property>
  <property fmtid="{D5CDD505-2E9C-101B-9397-08002B2CF9AE}" pid="8" name="MSIP_Label_defa4170-0d19-0005-0004-bc88714345d2_SiteId">
    <vt:lpwstr>543b435b-b1ff-4158-9ceb-2a683a1ca8cd</vt:lpwstr>
  </property>
  <property fmtid="{D5CDD505-2E9C-101B-9397-08002B2CF9AE}" pid="9" name="MSIP_Label_defa4170-0d19-0005-0004-bc88714345d2_ActionId">
    <vt:lpwstr>53839d36-eefd-4b5f-a659-75e3ba7f49ce</vt:lpwstr>
  </property>
  <property fmtid="{D5CDD505-2E9C-101B-9397-08002B2CF9AE}" pid="10" name="MSIP_Label_defa4170-0d19-0005-0004-bc88714345d2_ContentBits">
    <vt:lpwstr>0</vt:lpwstr>
  </property>
</Properties>
</file>