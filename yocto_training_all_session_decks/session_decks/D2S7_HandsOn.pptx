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Day 2 Hands-On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2 • Session 7 • 45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Apply recipes, debugging, and performance to TrainerGW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Add a new recipe with patches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Trigger a build failure deliberately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Diagnose and fix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Inspect sstate behavior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Switch package class and observe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Step 1 — Add a New Recipe With Patches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Pick a real upstream project. Patch one file.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 meta-trainerdemo, add a recipe for 'figlet' (it's small)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mkdir -p ../meta-trainerdemo/recipes-trainergw/figlet/files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&gt; ../meta-trainerdemo/recipes-trainergw/figlet/figlet_2.2.5.bb &lt;&lt;'EOF'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SUMMARY = "Display large characters made up of ordinary screen characters"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LICENSE = "BSD-3-Clause"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LIC_FILES_CHKSUM = "file://LICENSE;md5=..."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SRC_URI = "http://ftp.figlet.org/pub/figlet/program/unix/figlet-${PV}.tar.gz \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       file://0001-banner-trainergw.patch"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SRC_URI[sha256sum] = "bf88c40fd0f077dab2712f54f8d39ac952e4e9f2e1882f1195be9e5e4257417d"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 = "${WORKDIR}/figlet-${PV}"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do_install() 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oe_runmake DESTDIR=${D} prefix=${prefix} install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Add to image: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echo 'IMAGE_INSTALL:append = " figlet"' &gt;&gt; conf/local.conf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Step 2 — Trigger and Diagnose a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Break the recipe deliberately. Find it from the log.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Edit the recipe to break it on purpose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vi ../meta-trainerdemo/recipes-trainergw/figlet/figlet_2.2.5.bb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Change 'oe_runmake' to 'oe_runmake INVALID_VAR=oops'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Build, watch it fail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figlet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Read the error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Find the log path from output, e.g.: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less tmp/work/.../figlet/.../temp/log.do_install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Look at the actual run script for that task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tmp/work/.../figlet/.../temp/run.do_install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Drop into a devshell to fix manually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figlet -c devshell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inside: try `oe_runmake DESTDIR=$D prefix=$prefix install` and see it work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exit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Restore the recipe, retry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figlet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Step 3 — Observe sstate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Watch the cache do its job.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First build of figlet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time bitbake figlet -c cleansstate &amp;&amp; time bitbake figlet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Note the wall 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Second build, no changes — should be near-instant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time bitbake figlet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Touch the recipe — invalidate sstate for figlet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touch ../meta-trainerdemo/recipes-trainergw/figlet/figlet_2.2.5.bb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time bitbake figlet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Should rebuild figlet itself but not its dependencies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Inspect what signatures changed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-S printdiff figlet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Look at the sstate dir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ls -lh ~/yocto/sstate-cache/ | head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Step 4 — Switch Package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Rebuild the image with a different package format. Observe.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Backup local.conf first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cp conf/local.conf conf/local.conf.bak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Change to ipk packaging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sed -i 's/PACKAGE_CLASSES.*/PACKAGE_CLASSES = "package_ipk"/' conf/local.conf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Or add the line if not present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grep -q PACKAGE_CLASSES conf/local.conf || echo 'PACKAGE_CLASSES = "package_ipk"' &gt;&gt; conf/local.conf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Rebuild — note sstate hits/misses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core-image-base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Compare deploy directories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tmp/deploy/ipk/  2&gt;/dev/null | head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tmp/deploy/rpm/  2&gt;/dev/null | head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tmp/deploy/deb/  2&gt;/dev/null | head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Compare image sizes between the two builds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du -sh tmp/deploy/images/qemux86-64/core-image-base*ext4* 2&gt;/dev/null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You can write a new recipe in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Pattern: SRC_URI + S + do_install + LICENSE — the rest is variations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Failures are diagnostic, not catastrophic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log.do_*, devshell, and bitbake -c &lt;task&gt; -f are your daily 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sstate is observable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bitbake -S printdiff and bitbake-diffsigs show exactly what changed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PACKAGE_CLASSES is a one-line switch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But it cascades through the whole package set — observe sstate behavior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You're done with the Yocto-engineering half of the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Day 3 moves to productization: hardening, compliance, CVE, SBOM, QA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Day 3 — Hardening, DT debugging, compliance, CVE/SBOM/QA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