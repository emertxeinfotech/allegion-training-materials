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007" r:id="rId2"/>
    <p:sldId id="1008" r:id="rId3"/>
    <p:sldId id="1009" r:id="rId4"/>
    <p:sldId id="1010" r:id="rId5"/>
    <p:sldId id="1011" r:id="rId6"/>
    <p:sldId id="1012" r:id="rId7"/>
    <p:sldId id="1013" r:id="rId8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65" d="100"/>
          <a:sy n="65" d="100"/>
        </p:scale>
        <p:origin x="640" y="52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Day 2 Hands-On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dirty="0">
                <a:solidFill>
                  <a:srgbClr val="FFFFFF"/>
                </a:solidFill>
                <a:latin typeface="Calibri"/>
              </a:rPr>
              <a:t>Apply recipes, debugging, and performance to </a:t>
            </a:r>
            <a:r>
              <a:rPr sz="1800" dirty="0" err="1">
                <a:solidFill>
                  <a:srgbClr val="FFFFFF"/>
                </a:solidFill>
                <a:latin typeface="Calibri"/>
              </a:rPr>
              <a:t>TrainerGW</a:t>
            </a:r>
            <a:endParaRPr sz="18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Add a new recipe with patches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Trigger a build failure deliberately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Diagnose and fix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Inspect sstate behavior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Switch package class and observe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Step 1</a:t>
            </a:r>
            <a:r>
              <a:rPr lang="en-IN" sz="3200" b="1" dirty="0">
                <a:latin typeface="Calibri"/>
              </a:rPr>
              <a:t>: </a:t>
            </a:r>
            <a:r>
              <a:rPr sz="3200" b="1" dirty="0">
                <a:latin typeface="Calibri"/>
              </a:rPr>
              <a:t>Add a New Recipe With Patches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Pick a real upstream project. Patch one file.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49353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300" i="1">
                <a:solidFill>
                  <a:srgbClr val="808080"/>
                </a:solidFill>
                <a:latin typeface="Consolas"/>
              </a:rPr>
              <a:t># In meta-trainerdemo, add a recipe for 'figlet' (it's small)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mkdir -p ../meta-trainerdemo/recipes-trainergw/figlet/files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cat &gt; ../meta-trainerdemo/recipes-trainergw/figlet/figlet_2.2.5.bb &lt;&lt;'EOF'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SUMMARY = "Display large characters made up of ordinary screen characters"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LICENSE = "BSD-3-Clause"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LIC_FILES_CHKSUM = "file://LICENSE;md5=..."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SRC_URI = "http://ftp.figlet.org/pub/figlet/program/unix/figlet-${PV}.tar.gz \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          file://0001-banner-trainergw.patch"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SRC_URI[sha256sum] = "bf88c40fd0f077dab2712f54f8d39ac952e4e9f2e1882f1195be9e5e4257417d"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S = "${WORKDIR}/figlet-${PV}"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do_install()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   oe_runmake DESTDIR=${D} prefix=${prefix} install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EOF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808080"/>
                </a:solidFill>
                <a:latin typeface="Consolas"/>
              </a:rPr>
              <a:t># Add to image: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2D2D2D"/>
                </a:solidFill>
                <a:latin typeface="Consolas"/>
              </a:rPr>
              <a:t>echo 'IMAGE_INSTALL:append = " figlet"' &gt;&gt; conf/local.conf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Step 2</a:t>
            </a:r>
            <a:r>
              <a:rPr lang="en-IN" sz="3200" b="1" dirty="0">
                <a:latin typeface="Calibri"/>
              </a:rPr>
              <a:t>: Tri</a:t>
            </a:r>
            <a:r>
              <a:rPr sz="3200" b="1" dirty="0" err="1">
                <a:latin typeface="Calibri"/>
              </a:rPr>
              <a:t>gger</a:t>
            </a:r>
            <a:r>
              <a:rPr sz="3200" b="1" dirty="0">
                <a:latin typeface="Calibri"/>
              </a:rPr>
              <a:t> and Diagnose a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Break the recipe deliberately. Find it from the log.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71311" y="1783080"/>
            <a:ext cx="10241280" cy="4616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Edit the recipe to break it on purpose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vi ../meta-trainerdemo/recipes-trainergw/figlet/figlet_2.2.5.bb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Change 'oe_runmake' to 'oe_runmake INVALID_VAR=oops'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Build, watch it fail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bitbake figlet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Read the error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Find the log path from output, e.g.: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less tmp/work/.../figlet/.../temp/log.do_install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Look at the actual run script for that task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cat tmp/work/.../figlet/.../temp/run.do_install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Drop into a devshell to fix manually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bitbake figlet -c devshell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inside: try `oe_runmake DESTDIR=$D prefix=$prefix install` and see it work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exit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Restore the recipe, retry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bitbake figlet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Step 3</a:t>
            </a:r>
            <a:r>
              <a:rPr lang="en-IN" sz="3200" b="1" dirty="0">
                <a:latin typeface="Calibri"/>
              </a:rPr>
              <a:t>: Observe</a:t>
            </a:r>
            <a:r>
              <a:rPr sz="3200" b="1" dirty="0">
                <a:latin typeface="Calibri"/>
              </a:rPr>
              <a:t> </a:t>
            </a:r>
            <a:r>
              <a:rPr sz="3200" b="1" dirty="0" err="1">
                <a:latin typeface="Calibri"/>
              </a:rPr>
              <a:t>sstate</a:t>
            </a:r>
            <a:r>
              <a:rPr sz="3200" b="1" dirty="0">
                <a:latin typeface="Calibri"/>
              </a:rPr>
              <a:t>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Watch the cache do its job.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27809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First build of figlet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time bitbake figlet -c cleansstate &amp;&amp; time bitbake figlet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Note the wall time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Second build, no changes — should be near-instant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time bitbake figlet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Touch the recipe — invalidate sstate for figlet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touch ../meta-trainerdemo/recipes-trainergw/figlet/figlet_2.2.5.bb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time bitbake figlet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Should rebuild figlet itself but not its dependencies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Inspect what signatures changed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bitbake -S printdiff figlet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Look at the sstate dir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ls -lh ~/yocto/sstate-cache/ | head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Step 4</a:t>
            </a:r>
            <a:r>
              <a:rPr lang="en-IN" sz="3200" b="1" dirty="0">
                <a:latin typeface="Calibri"/>
              </a:rPr>
              <a:t>: </a:t>
            </a:r>
            <a:r>
              <a:rPr sz="3200" b="1" dirty="0">
                <a:latin typeface="Calibri"/>
              </a:rPr>
              <a:t>Switch Package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Rebuild the image with a different package format. Observe.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18576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Backup </a:t>
            </a:r>
            <a:r>
              <a:rPr sz="1400" i="1" dirty="0" err="1">
                <a:solidFill>
                  <a:srgbClr val="808080"/>
                </a:solidFill>
                <a:latin typeface="Consolas"/>
              </a:rPr>
              <a:t>local.conf</a:t>
            </a:r>
            <a:r>
              <a:rPr sz="1400" i="1" dirty="0">
                <a:solidFill>
                  <a:srgbClr val="808080"/>
                </a:solidFill>
                <a:latin typeface="Consolas"/>
              </a:rPr>
              <a:t> first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cp conf/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local.conf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 conf/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local.conf.bak</a:t>
            </a:r>
            <a:endParaRPr sz="1400" dirty="0">
              <a:solidFill>
                <a:srgbClr val="2D2D2D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Change to </a:t>
            </a:r>
            <a:r>
              <a:rPr sz="1400" i="1" dirty="0" err="1">
                <a:solidFill>
                  <a:srgbClr val="808080"/>
                </a:solidFill>
                <a:latin typeface="Consolas"/>
              </a:rPr>
              <a:t>ipk</a:t>
            </a:r>
            <a:r>
              <a:rPr sz="1400" i="1" dirty="0">
                <a:solidFill>
                  <a:srgbClr val="808080"/>
                </a:solidFill>
                <a:latin typeface="Consolas"/>
              </a:rPr>
              <a:t> packaging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sed -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i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 's/PACKAGE_CLASSES.*/PACKAGE_CLASSES = "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package_ipk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"/' conf/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local.conf</a:t>
            </a:r>
            <a:endParaRPr sz="1400" dirty="0">
              <a:solidFill>
                <a:srgbClr val="2D2D2D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Or add the line if not present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grep -q PACKAGE_CLASSES conf/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local.conf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 || echo 'PACKAGE_CLASSES = "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package_ipk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"' &gt;&gt; conf/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local.conf</a:t>
            </a:r>
            <a:endParaRPr sz="1400" dirty="0">
              <a:solidFill>
                <a:srgbClr val="2D2D2D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Rebuild — note </a:t>
            </a:r>
            <a:r>
              <a:rPr sz="1400" i="1" dirty="0" err="1">
                <a:solidFill>
                  <a:srgbClr val="808080"/>
                </a:solidFill>
                <a:latin typeface="Consolas"/>
              </a:rPr>
              <a:t>sstate</a:t>
            </a:r>
            <a:r>
              <a:rPr sz="1400" i="1" dirty="0">
                <a:solidFill>
                  <a:srgbClr val="808080"/>
                </a:solidFill>
                <a:latin typeface="Consolas"/>
              </a:rPr>
              <a:t> hits/misses</a:t>
            </a:r>
          </a:p>
          <a:p>
            <a:pPr>
              <a:spcAft>
                <a:spcPts val="0"/>
              </a:spcAft>
            </a:pPr>
            <a:r>
              <a:rPr sz="1400" dirty="0" err="1">
                <a:solidFill>
                  <a:srgbClr val="2D2D2D"/>
                </a:solidFill>
                <a:latin typeface="Consolas"/>
              </a:rPr>
              <a:t>bitbake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 core-image-base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Compare deploy directories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ls 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tmp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/deploy/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ipk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/  2&gt;/dev/null | head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ls 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tmp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/deploy/rpm/  2&gt;/dev/null | head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ls 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tmp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/deploy/deb/  2&gt;/dev/null | head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Compare image sizes between the two builds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du -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sh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tmp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/deploy/images/qemux86-64/core-image-base*ext4* 2&gt;/dev/null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You can write a new recipe in 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Pattern: SRC_URI + S + do_install + LICENSE — the rest is variations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Failures are diagnostic, not catastrophic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log.do_*, devshell, and bitbake -c &lt;task&gt; -f are your daily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sstate is observable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bitbake -S printdiff and bitbake-diffsigs show exactly what changed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PACKAGE_CLASSES is a one-line switch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But it cascades through the whole package set — observe sstate behavior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You're done with the Yocto-engineering half of the 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Day 3 moves to productization: hardening, compliance, CVE, SBOM, QA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00" b="1" dirty="0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Day 3</a:t>
            </a:r>
            <a:r>
              <a:rPr lang="en-IN" sz="1400">
                <a:solidFill>
                  <a:srgbClr val="333333"/>
                </a:solidFill>
                <a:latin typeface="Calibri"/>
              </a:rPr>
              <a:t>: </a:t>
            </a:r>
            <a:r>
              <a:rPr sz="1400">
                <a:solidFill>
                  <a:srgbClr val="333333"/>
                </a:solidFill>
                <a:latin typeface="Calibri"/>
              </a:rPr>
              <a:t>Hardening, DT debugging, compliance, CVE/SBOM/QA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847</Words>
  <Application>Microsoft Office PowerPoint</Application>
  <PresentationFormat>Widescreen</PresentationFormat>
  <Paragraphs>113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Century Gothic</vt:lpstr>
      <vt:lpstr>Consolas</vt:lpstr>
      <vt:lpstr>Trebuchet MS</vt:lpstr>
      <vt:lpstr>Wingdings</vt:lpstr>
      <vt:lpstr>Office Theme</vt:lpstr>
      <vt:lpstr>Day 2 Hands-On</vt:lpstr>
      <vt:lpstr>Session Agenda</vt:lpstr>
      <vt:lpstr>Step 1: Add a New Recipe With Patches</vt:lpstr>
      <vt:lpstr>Step 2: Trigger and Diagnose a Failure</vt:lpstr>
      <vt:lpstr>Step 3: Observe sstate Behavior</vt:lpstr>
      <vt:lpstr>Step 4: Switch Package Class</vt:lpstr>
      <vt:lpstr>Session Summary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biju mk</cp:lastModifiedBy>
  <cp:revision>690</cp:revision>
  <dcterms:created xsi:type="dcterms:W3CDTF">2013-11-03T09:32:00Z</dcterms:created>
  <dcterms:modified xsi:type="dcterms:W3CDTF">2026-06-10T02:02:48Z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