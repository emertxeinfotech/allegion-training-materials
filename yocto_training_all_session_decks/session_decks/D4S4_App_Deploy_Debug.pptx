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  <p:sldId id="1016" r:id="rId2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Deploy &amp; Debug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4 • Session 4 • 90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From SDK build to debugging on the target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Build an app with the SDK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Deploy to target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Validate runtime dependencies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Remote debugging with gdb + gdbserver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strace — diagnosing live behavior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Core dumps from crashes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7.  Hands-on 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Build with the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Cross-compile against the target's sysroot.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Source the SDK environment (set up Day 3)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source /opt/poky/5.0/environment-setup-corei7-64-poky-linux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Now CC, CXX, AR, LD, sysroot are all set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echo $CC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x86_64-poky-linux-gcc  --sysroot=...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Build a simple C program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cat &gt; myapp.c &lt;&lt;'EOF'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#include &lt;stdio.h&gt;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#include &lt;openssl/sha.h&gt;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int main()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unsigned char hash[SHA256_DIGEST_LENGTH];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SHA256((unsigned char*)"hello", 5, hash);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printf("Hashed!\n");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return 0;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EOF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$CC myapp.c -o myapp -lcrypto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file myapp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myapp: ELF 64-bit LSB ... for target arch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Deploy to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Get the binary onto the device.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114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1148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Option 1: scp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scp myapp admin@192.168.1.42:/home/admin/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ssh admin@192.168.1.42 'sudo install -m 755 myapp /usr/local/bin/'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Option 2: devtool deploy-target (cleaner)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devtool deploy-target myapp admin@192.168.1.42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Tracks what was deployed; can undeploy later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devtool undeploy-target myapp admin@192.168.1.42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Option 3: Build a recipe and install via package manager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(After making a Yocto recipe for myapp)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ssh admin@target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opkg update &amp;&amp; opkg install 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For production: ALWAYS option 3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Options 1-2 are for dev iteration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989320"/>
            <a:ext cx="10515600" cy="4114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In production, deploy via packages. Loose binaries bypass dependency tracking, version control, and SBOM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Validate Runtime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Confirm what your binary needs is actually present.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On the target: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shared libraries does the binary need?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ldd /usr/local/bin/myapp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Should show paths to libc, libcrypto, etc.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If you see 'not found', the lib isn't installed — fix RDEPENDS or install it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ELF info does it have?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file /usr/local/bin/myapp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readelf -d /usr/local/bin/myapp | grep NEEDED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Can the dynamic linker find everything?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/lib/ld-linux-x86-64.so.2 --list /usr/local/bin/myapp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Test run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/usr/local/bin/myapp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If it segfaults at startup, often a glibc version mismatch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ldd --version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Remote Debugging with gdbserver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Debug the target binary from your host with full gdb features.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On the target: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gdbserver :2345 /usr/local/bin/myapp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Listens on TCP port 2345; gdb on host will connect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On the host (in SDK environment):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$GDB myapp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(gdb) target remote 192.168.1.42:2345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(gdb) continue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(gdb) break main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(gdb) ...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Tip: ensure debug symbols are present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Yocto strips debug symbols into a -dbg package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Install on target:  opkg install myapp-dbg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For attaching to an already-running process: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On target: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gdbserver :2345 --attach $(pidof myapp)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Tip: in VS Code, configure 'gdb' launch with miDebuggerServerAddress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strace — Live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syscalls is the process actually making?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On the target: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Trace a new process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strace ./myapp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Trace a specific syscall family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strace -e open,openat,read ./myapp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strace -e network ./myapp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strace -e file ./myapp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Attach to a running process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strace -p $(pidof myapp)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Trace and write to file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strace -o myapp.trace -f ./myapp     # -f follows forks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Common uses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'Why doesn't this find its config?' → trace open* calls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'Why is this hanging?' → check the last syscall (often a blocking read)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- 'Why is this slow?' → count syscalls per second (strace -c)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strace -c ./myapp     # summary of syscall counts and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Core Dumps from Crashes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When the process crashes, debug it afterwards.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Enable core dump capture (systemd does this if coredump.conf says Storage=external)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Trigger one (intentionally)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kill -ABRT $(pidof myapp)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List captured crashes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coredumpctl list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TIME       PID UID GID SIG COREFILE EXE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...        4567 1000 1000 SIGABRT present /usr/local/bin/myapp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Inspect a crash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coredumpctl info 4567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Open gdb on the core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coredumpctl gdb 4567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(gdb) bt full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(gdb) frame N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(gdb) print variable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Extract the core file to take off-device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coredumpctl dump 4567 &gt; myapp.core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Deploy, debug, and inspect an app on TrainerGW.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On your host, in the SDK env: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$CC myapp.c -o myapp -g -O0 -lcrypto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Deploy (in another terminal, boot QEMU TrainerGW first)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scp myapp root@127.0.0.1:/root/      # if QEMU port forwarded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On target: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./myapp                                # run it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ldd /root/myapp                        # check deps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strace -e openat ./myapp 2&gt;&amp;1 | head   # what does it open?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Start gdbserver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gdbserver :2345 /root/myapp &amp;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Back on host (in SDK env):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$GDB /path/to/host/myapp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(gdb) target remote 127.0.0.1:2345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(gdb) break main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(gdb) continue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(gdb) step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(gdb) print hash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(gdb) bt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Trigger crash and inspect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kill -ABRT $(pidof myapp) ; coredumpctl list ; coredumpctl gdb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SDK-built binary needs target sysroot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Always cross-compile in the SDK env — never link against host libs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Production deploy = packages, not scp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Otherwise SBOM/RDEPENDS/upgrade tracking go out the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ldd shows what shared libs are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'not found' → fix RDEPENDS or install the missing package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gdbserver gives full remote debug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Pair with target sysroot in gdb; install -dbg packages for symbols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strace + coredumpctl handle 'why doesn't this work' on-device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Live trace for hangs, post-mortem core dump for crashes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Performance checks on target (75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