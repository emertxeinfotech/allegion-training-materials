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Day 4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4 • Session 1 • 15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Putting it all to work — running the system you built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Recap of Day 3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What's different today — focus on the running system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Day 4 plan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Quick environment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From Build to 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Day 3 was making it safe to ship. Day 4 is operating what you shipped.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Boot, flash, verify on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From wic image to a running device — first-boot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Day-to-day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SSH, systemd, journalctl, networking, storage — the daily toolkit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Deploy and debug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SDK → cross-build → deploy → gdb / strace / core dumps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Performance 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Boot time, memory, CPU, IO bottlenecks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Updates and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Package feeds, A/B, rollback, long-term release discipline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