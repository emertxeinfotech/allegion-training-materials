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  <p:sldId id="1013" r:id="rId24"/>
    <p:sldId id="1014" r:id="rId25"/>
    <p:sldId id="1015" r:id="rId26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BSP and Kernel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2 • Session 4 • 75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Hardware enablement, kernel recipes, device tree, config fragments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BSP layer structure — meta-bsp vs meta-product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MACHINE tuning — CPU features, boot args, storage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Kernel recipe strategy — vendor fork vs mainline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Device tree workflow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Kernel configuration fragments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Building and inspecting the kernel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BSP Layer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Split hardware-specific stuff from product-specific stuff.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42976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meta-yourbsp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937760" cy="352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Purpose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Enable the hardware. Nothing else.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Contents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MACHINE config files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Kernel recipe / bbappend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Bootloader recipe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Device tree sources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Firmware blobs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Hardware-specific drivers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Reused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333333"/>
                </a:solidFill>
                <a:latin typeface="Calibri"/>
              </a:rPr>
              <a:t>Across all products on this 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120640" cy="42976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meta-yourproduct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352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Purpose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Your application logic, branding, business rules.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Contents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Application recipes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Custom systemd units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Branding (splash, hostname)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Image recipes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Per-product DT overlays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Customer-specific configs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Reused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333333"/>
                </a:solidFill>
                <a:latin typeface="Calibri"/>
              </a:rPr>
              <a:t>Just for this product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217920"/>
            <a:ext cx="10515600" cy="3657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/>
            <a:r>
              <a:rPr sz="1200" b="1">
                <a:solidFill>
                  <a:srgbClr val="663399"/>
                </a:solidFill>
                <a:latin typeface="Calibri"/>
              </a:rPr>
              <a:t>Why split? When you ship a new product on the same hardware, only meta-yourproduct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MACHINE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goes into your machine config file.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meta-yourbsp/conf/machine/yourboard.conf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Inherit a common tuning include for ARMv8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require conf/machine/include/arm/armv8a/tune-cortexa72.inc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Kernel and bootloader providers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PREFERRED_PROVIDER_virtual/kernel = "linux-yocto"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PREFERRED_PROVIDER_virtual/bootloader = "u-boot"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Device tree to use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KERNEL_DEVICETREE = "vendor/yourboard.dtb"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What this hardware can do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MACHINE_FEATURES = "usbhost ethernet wifi bluetooth alsa"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Boot arguments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APPEND += "root=/dev/mmcblk0p2 rootwait console=ttyS0,115200"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Image format for flashing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IMAGE_FSTYPES += "wic.bz2"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WKS_FILE = "yourboard.wks"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Kernel Recipe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Three approaches. Pick based on what your SoC vendor provides.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linux-yocto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Yocto's curated kernel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What: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Yocto's reference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kernel with BSP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branches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Use when: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Mainstream HW with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linux-yocto BSP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support (RPi, BBB,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some i.MX)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linux-yocto-rt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Real-time variant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What: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linux-yocto +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PREEMPT_RT patches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Use when: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Real-time latency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requirements: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industrial control,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robotics, audio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vendor kernel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Vendor BSP fork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What: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Vendor's own fork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(NXP, TI, Xilinx, etc.)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Use when: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SoC vendor only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supports their fork,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or you need their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out-of-tree drivers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6172200"/>
            <a:ext cx="10515600" cy="3657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/>
            <a:r>
              <a:rPr sz="1200" b="1">
                <a:solidFill>
                  <a:srgbClr val="663399"/>
                </a:solidFill>
                <a:latin typeface="Calibri"/>
              </a:rPr>
              <a:t>Reality: most products use the vendor BSP kernel because that's where the drivers live.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Device Tree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Describe hardware to the kernel without compiling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Where DT sources live: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In the kernel tree:  arch/arm64/boot/dts/&lt;vendor&gt;/&lt;board&gt;.dts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Plus any overlays:    arch/arm64/boot/dts/&lt;vendor&gt;/&lt;board&gt;-feature.dtbo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Yocto wires it up via KERNEL_DEVICETREE: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KERNEL_DEVICETREE = "vendor/yourboard.dtb vendor/yourboard-feature.dtbo"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To add a DT overlay from your meta-product layer: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meta-yourproduct/recipes-kernel/linux/linux-yocto.bbappend: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FILESEXTRAPATHS:prepend := "${THISDIR}/files:"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SRC_URI += "file://yourproduct-leds.dts"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Then a do_compile prepend or kernel-devicetree class handles the .dtb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Inspect the loaded DT on a running device: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/sys/firmware/devicetree/base/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dtc -I fs -O dts /sys/firmware/devicetree/base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Kernel Config Fragments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Don't edit .config by hand. Layer your changes as fragments.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Why fragments beat a hand-edited defconfig: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- Composable: add fragments per feature or per machine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- Reviewable: smaller diffs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- Maintainable: kernel upgrades don't lose your changes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Example fragment: meta-yourproduct/recipes-kernel/linux/files/myfeatures.cfg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CONFIG_USB_SERIAL_FTDI_SIO=y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CONFIG_I2C_CHARDEV=y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CONFIG_GPIO_SYSFS=y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Wire it up via bbappend: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meta-yourproduct/recipes-kernel/linux/linux-yocto.bbappend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FILESEXTRAPATHS:prepend := "${THISDIR}/files:"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SRC_URI += "file://myfeatures.cfg"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Build and verify: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bitbake virtual/kernel -c menuconfig   (interactive)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After boot: zcat /proc/config.gz | grep USB_SERIAL_FTDI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Building and Inspecting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Commands to know for kernel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Build just the kernel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virtual/kernel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Find the kernel deploy artifacts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 tmp/deploy/images/${MACHINE}/ | grep -E '(Image|zImage|bzImage|dtb)'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Drop into menuconfig (experimental — changes won't stick)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virtual/kernel -c menuconfig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After menuconfig, save your edits as a fragment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virtual/kernel -c diffconfig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Look at fragment.cfg printed by the previous command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Drop into a devshell for kernel source debugging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virtual/kernel -c devshell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Inside, you have the kernel source as if you were doing a make build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Force a clean rebuild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virtual/kernel -c cleansstate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virtual/kernel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Split hardware (meta-bsp) from product (meta-product)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Saves you when you re-use hardware across 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Machine config wires kernel, bootloader, DT, features, image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One file ties hardware to Yocto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Three kernel strategies — vendor fork is most common in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linux-yocto for community-supported HW; vendor for SoC-specific drivers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Device tree describes hardware without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Edit .dts, recompile to .dtb; kernel uses it at boot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Config fragments layer kernel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Never hand-edit defconfig — fragments survive kernel upgrades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Build Debugging (60 min) — diagnosing failures fast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