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BSP and Kernel Integration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Hardware enablement, kernel recipes, device tree, config fragments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BSP layer structure — meta-bsp vs meta-product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MACHINE tuning — CPU features, boot args, storage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Kernel recipe strategy — vendor fork vs mainline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Device tree workflow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Kernel configuration fragments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Building and inspecting the kernel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BSP Layer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Split hardware-specific stuff from product-specific stuff.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2976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meta-yourbsp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41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Purpose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Enable the hardware. Nothing else.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Contents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MACHINE config files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Kernel recipe / bbappend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Bootloader recipe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Device tree sources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Firmware blobs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Hardware-specific drivers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Reused</a:t>
            </a:r>
          </a:p>
          <a:p>
            <a:pPr>
              <a:spcAft>
                <a:spcPts val="400"/>
              </a:spcAft>
            </a:pPr>
            <a:r>
              <a:rPr sz="1600" b="0" i="1">
                <a:solidFill>
                  <a:srgbClr val="333333"/>
                </a:solidFill>
                <a:latin typeface="Calibri"/>
              </a:rPr>
              <a:t>Across all products on this hardware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2976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meta-yourproduct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41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663399"/>
                </a:solidFill>
                <a:latin typeface="Calibri"/>
              </a:rPr>
              <a:t>Purpose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Your application logic, branding, business rules.</a:t>
            </a:r>
          </a:p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663399"/>
                </a:solidFill>
                <a:latin typeface="Calibri"/>
              </a:rPr>
              <a:t>Contents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Application recipes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Custom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systemd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units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Branding (splash, hostname)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Image recipes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Per-product DT overlays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Customer-specific configs</a:t>
            </a:r>
          </a:p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663399"/>
                </a:solidFill>
                <a:latin typeface="Calibri"/>
              </a:rPr>
              <a:t>Reused</a:t>
            </a:r>
          </a:p>
          <a:p>
            <a:pPr>
              <a:spcAft>
                <a:spcPts val="400"/>
              </a:spcAft>
            </a:pPr>
            <a:r>
              <a:rPr sz="1600" b="0" i="1" dirty="0">
                <a:solidFill>
                  <a:srgbClr val="333333"/>
                </a:solidFill>
                <a:latin typeface="Calibri"/>
              </a:rPr>
              <a:t>Just for this product 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621792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Why split? When you ship a new product on the same hardware, only meta-yourproduct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MACHINE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goes into your machine config file.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41120" y="1783080"/>
            <a:ext cx="10241280" cy="46166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meta-yourbsp/conf/machine/yourboard.conf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Inherit a common tuning include for ARMv8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require conf/machine/include/arm/armv8a/tune-cortexa72.inc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Kernel and bootloader providers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PREFERRED_PROVIDER_virtual/kernel = "linux-yocto"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PREFERRED_PROVIDER_virtual/bootloader = "u-boot"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Device tree to use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KERNEL_DEVICETREE = "vendor/yourboard.dtb"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What this hardware can do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MACHINE_FEATURES = "usbhost ethernet wifi bluetooth alsa"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Boot arguments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APPEND += "root=/dev/mmcblk0p2 rootwait console=ttyS0,115200"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Image format for flashing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IMAGE_FSTYPES += "wic.bz2"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WKS_FILE = "yourboard.wks"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Kernel Recipe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Three approaches. Pick based on what your SoC vendor provides.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linux-yocto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Yocto's curated kernel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07776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Yocto's reference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kernel with BSP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branches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Use when: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Mainstream HW with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linux-yocto BSP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support (RPi, BBB,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some i.MX)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linux-yocto-rt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Real-time variant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281102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linux-yocto +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PREEMPT_RT patches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Use when: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Real-time latency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requirements: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industrial control,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robotics, audio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vendor kernel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Vendor BSP fork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27802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Vendor's own fork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(NXP, TI, Xilinx, etc.)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Use when: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SoC vendor only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supports their fork,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or you need their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out-of-tree drivers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17220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Reality: most products use the vendor BSP kernel because that's where the drivers live.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Device Tree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Describe hardware to the kernel without compiling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97864" y="1806922"/>
            <a:ext cx="10241280" cy="452431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Where DT sources live: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  In the kernel tree:  arch/arm64/boot/dts/&lt;vendor&gt;/&lt;board&gt;.dts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  Plus any overlays:    arch/arm64/boot/dts/&lt;vendor&gt;/&lt;board&gt;-feature.dtbo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Yocto wires it up via KERNEL_DEVICETREE: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KERNEL_DEVICETREE = "vendor/yourboard.dtb vendor/yourboard-feature.dtbo"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To add a DT overlay from your meta-product layer: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  meta-yourproduct/recipes-kernel/linux/linux-yocto.bbappend: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FILESEXTRAPATHS:prepend := "${THISDIR}/files:"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SRC_URI += "file://yourproduct-leds.dts"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Then a do_compile prepend or kernel-devicetree class handles the .dtb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Inspect the loaded DT on a running device: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ls /sys/firmware/devicetree/base/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dtc -I fs -O dts /sys/firmware/devicetree/base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Kernel Config Fragments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Don't edit .config by hand. Layer your changes as fragments.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4012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Why fragments beat a hand-edited defconfig: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  - Composable: add fragments per feature or per machine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  - Reviewable: smaller diffs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  - Maintainable: kernel upgrades don't lose your changes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Example fragment: meta-yourproduct/recipes-kernel/linux/files/myfeatures.cfg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CONFIG_USB_SERIAL_FTDI_SIO=y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CONFIG_I2C_CHARDEV=y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CONFIG_GPIO_SYSFS=y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Wire it up via bbappend: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meta-yourproduct/recipes-kernel/linux/linux-yocto.bbappend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FILESEXTRAPATHS:prepend := "${THISDIR}/files:"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SRC_URI += "file://myfeatures.cfg"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Build and verify: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bitbake virtual/kernel -c menuconfig   (interactive)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After boot: zcat /proc/config.gz | grep USB_SERIAL_FTDI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Building and Inspecting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Commands to know for kernel 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4012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latin typeface="Consolas"/>
              </a:rPr>
              <a:t># Build just the kernel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bitbake virtual/kernel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latin typeface="Consolas"/>
              </a:rPr>
              <a:t># Find the kernel deploy artifacts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ls tmp/deploy/images/${MACHINE}/ | grep -E '(Image|zImage|bzImage|dtb)'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latin typeface="Consolas"/>
              </a:rPr>
              <a:t># Drop into menuconfig (experimental — changes won't stick)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bitbake virtual/kernel -c menuconfig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latin typeface="Consolas"/>
              </a:rPr>
              <a:t># After menuconfig, save your edits as a fragment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bitbake virtual/kernel -c diffconfig</a:t>
            </a:r>
          </a:p>
          <a:p>
            <a:pPr>
              <a:spcAft>
                <a:spcPts val="0"/>
              </a:spcAft>
            </a:pPr>
            <a:r>
              <a:rPr sz="1400" i="1">
                <a:latin typeface="Consolas"/>
              </a:rPr>
              <a:t># Look at fragment.cfg printed by the previous command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latin typeface="Consolas"/>
              </a:rPr>
              <a:t># Drop into a devshell for kernel source debugging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bitbake virtual/kernel -c devshell</a:t>
            </a:r>
          </a:p>
          <a:p>
            <a:pPr>
              <a:spcAft>
                <a:spcPts val="0"/>
              </a:spcAft>
            </a:pPr>
            <a:r>
              <a:rPr sz="1400" i="1">
                <a:latin typeface="Consolas"/>
              </a:rPr>
              <a:t># Inside, you have the kernel source as if you were doing a make build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latin typeface="Consolas"/>
              </a:rPr>
              <a:t># Force a clean rebuild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bitbake virtual/kernel -c cleansstate</a:t>
            </a:r>
          </a:p>
          <a:p>
            <a:pPr>
              <a:spcAft>
                <a:spcPts val="0"/>
              </a:spcAft>
            </a:pPr>
            <a:r>
              <a:rPr sz="1400">
                <a:latin typeface="Consolas"/>
              </a:rPr>
              <a:t>bitbake virtual/kernel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Split hardware (meta-bsp) from product (meta-product)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Saves you when you re-use hardware across products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Machine config wires kernel, bootloader, DT, features, image 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One file ties hardware to Yocto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Three kernel strategies — vendor fork is most common in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linux-yocto for community-supported HW; vendor for SoC-specific drivers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Device tree describes hardware without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Edit .dts, recompile to .dtb; kernel uses it at boot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Config fragments layer kernel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Never hand-edit defconfig — fragments survive kernel upgrades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 dirty="0">
                <a:solidFill>
                  <a:srgbClr val="333333"/>
                </a:solidFill>
                <a:latin typeface="Calibri"/>
              </a:rPr>
              <a:t>Build Debugging </a:t>
            </a:r>
            <a:r>
              <a:rPr lang="en-IN" sz="1400" dirty="0">
                <a:solidFill>
                  <a:srgbClr val="333333"/>
                </a:solidFill>
                <a:latin typeface="Calibri"/>
              </a:rPr>
              <a:t>:</a:t>
            </a:r>
            <a:r>
              <a:rPr sz="1400" dirty="0">
                <a:solidFill>
                  <a:srgbClr val="333333"/>
                </a:solidFill>
                <a:latin typeface="Calibri"/>
              </a:rPr>
              <a:t> diagnosing failures fast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1048</Words>
  <Application>Microsoft Office PowerPoint</Application>
  <PresentationFormat>Widescreen</PresentationFormat>
  <Paragraphs>178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BSP and Kernel Integration</vt:lpstr>
      <vt:lpstr>Session Agenda</vt:lpstr>
      <vt:lpstr>BSP Layer Design</vt:lpstr>
      <vt:lpstr>MACHINE Tuning</vt:lpstr>
      <vt:lpstr>Kernel Recipe Strategy</vt:lpstr>
      <vt:lpstr>Device Tree Workflow</vt:lpstr>
      <vt:lpstr>Kernel Config Fragments</vt:lpstr>
      <vt:lpstr>Building and Inspecting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691</cp:revision>
  <dcterms:created xsi:type="dcterms:W3CDTF">2013-11-03T09:32:00Z</dcterms:created>
  <dcterms:modified xsi:type="dcterms:W3CDTF">2026-06-10T01:49:06Z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