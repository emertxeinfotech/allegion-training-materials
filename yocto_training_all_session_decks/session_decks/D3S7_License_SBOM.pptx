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07" r:id="rId18"/>
    <p:sldId id="1008" r:id="rId19"/>
    <p:sldId id="1009" r:id="rId20"/>
    <p:sldId id="1010" r:id="rId21"/>
    <p:sldId id="1011" r:id="rId22"/>
    <p:sldId id="1012" r:id="rId23"/>
    <p:sldId id="1013" r:id="rId24"/>
    <p:sldId id="1014" r:id="rId25"/>
    <p:sldId id="1015" r:id="rId26"/>
    <p:sldId id="1016" r:id="rId27"/>
    <p:sldId id="1017" r:id="rId28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92" d="100"/>
          <a:sy n="92" d="100"/>
        </p:scale>
        <p:origin x="1110" y="306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License Compliance &amp; SBOM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i="1">
                <a:solidFill>
                  <a:srgbClr val="FFFFFF"/>
                </a:solidFill>
                <a:latin typeface="Calibri"/>
              </a:rPr>
              <a:t>Day 3 • Session 7 • 60 minutes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SPDX, license manifests, audits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Why license compliance matters now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SPDX identifiers in recipes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LICENSE and LIC_FILES_CHKSUM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INCOMPATIBLE_LICENSE — policy enforcement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License manifests and audit reports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6.  Third-party layer assessment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7.  SBOM generation with create-spdx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8.  What auditors actually ask for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Why License Compliance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What changed in the last few years.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Regulatory pressure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US Executive Order 14028 — SBOM for federal procurement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EU Cyber Resilience Act (CRA) — SBOM required for connected products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OpenChain ISO/IEC 5230 — supply chain compliance standard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Customer expectations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Enterprise buyers demand SBOM with shipment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Compliance teams ask for license manifests pre-purchase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Penalty for non-compliance: lost deals, recalls, lawsuits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663399"/>
                </a:solidFill>
                <a:latin typeface="Calibri"/>
              </a:rPr>
              <a:t>The good news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Yocto has all the tooling built in. You just need to enable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SPDX Identifiers in Recipes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Standard names for licenses, not free-text.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Old, free-text (avoid)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LICENSE = "GPL"        # Which GPL? v2? v3? Only? Or-later?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New, SPDX (use this)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LICENSE = "GPL-2.0-only"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LICENSE = "GPL-2.0-or-later"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LICENSE = "MIT"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LICENSE = "Apache-2.0"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LICENSE = "BSD-3-Clause"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Multiple licenses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LICENSE = "GPL-2.0-or-later &amp; LGPL-3.0-or-later"  # both apply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LICENSE = "GPL-2.0-or-later | MIT"                # one or the other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Per package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LICENSE:${PN} = "MIT"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LICENSE:${PN}-tools = "GPL-2.0-only"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Reference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Full SPDX list: spdx.org/licenses/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Yocto has common ones in poky/meta/files/common-licenses/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LIC_FILES_CHKSUM — Tamper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Verify the license file hasn't changed since you reviewed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Required for every recipe — Yocto refuses to build without it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LICENSE = "MIT"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LIC_FILES_CHKSUM = "file://LICENSE;md5=abc123def456..."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Multiple license files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LIC_FILES_CHKSUM = "\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  file://LICENSE;md5=...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  file://COPYING;md5=...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  file://src/main.c;beginline=1;endline=20;md5=...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What happens when checksum mismatches: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ERROR: mypackage-1.0-r0 do_populate_lic: QA Issue: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  mypackage: The LIC_FILES_CHKSUM does not match for ...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  The new checksum is: xyz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Why this matters: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Upstream may quietly change license text or terms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This stops you from shipping a build with an unreviewed license change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INCOMPATIBLE_LICENSE —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Block licenses that don't fit your product's policy.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In your distro.conf or local.conf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Refuse GPL-3 and AGPL across the board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INCOMPATIBLE_LICENSE = "GPL-3.0* AGPL-3.0* LGPL-3.0*"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Why GPL-3 is often excluded for embedded products: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- Anti-Tivoization clause requires user-installable updates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- Many locked-down products cannot comply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Allow specific commercial-flagged packages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LICENSE_FLAGS_ACCEPTED = "commercial_ffmpeg commercial_gst-plugins-ugly"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When a recipe is excluded, build fails with: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ERROR: Recipe X is excluded because of INCOMPATIBLE_LICENSE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To check what would be excluded: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bitbake -e core-image-base | grep INCOMPATIBLE_LICENSE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To find which package pulls in a GPL-3 dep: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bitbake -g core-image-base &amp;&amp; cat task-depends.dot | grep -i gpl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License Manifests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Yocto produces these automatically for every image.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After bitbake core-image-base: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ls tmp/deploy/licenses/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Per-recipe license info, one directory each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ls tmp/deploy/licenses/core-image-base-yourmachine-&lt;timestamp&gt;/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license.manifest      — installed packages and their licenses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package.manifest      — manifest in package-list format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image_license.manifest — image-level license aggregation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cat tmp/deploy/licenses/core-image-base-*/license.manifest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PACKAGE NAME: busybox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PACKAGE VERSION: 1.36.1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RECIPE NAME: busybox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LICENSE: GPL-2.0-only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...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To copy this manifest into the deployed image itself: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COPY_LIC_MANIFEST = "1"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COPY_LIC_DIRS = "1"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Manifest appears at /usr/share/common-licenses/ on the device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Third-Party Layer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When a vendor ships you a meta-layer, this is what to 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Audit checklist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1. List all unique LICENSE values used: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   grep -h 'LICENSE = ' meta-vendor/recipes-*/*/*.bb | sort -u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2. Find recipes with LICENSE = "CLOSED":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   grep -l 'LICENSE.*CLOSED' meta-vendor/recipes-*/*/*.bb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3. Find recipes missing LIC_FILES_CHKSUM: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   for r in meta-vendor/recipes-*/*/*.bb; do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     grep -q LIC_FILES_CHKSUM $r || echo "MISSING: $r"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   done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4. Identify any third-party blobs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   find meta-vendor -name '*.bin' -o -name '*.fw'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663399"/>
                </a:solidFill>
                <a:latin typeface="Calibri"/>
              </a:rPr>
              <a:t>5. Produce a report and ask the vendor to explain anything closed-source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SBOM with create-spdx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Generate a machine-readable bill of materials at build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Enable in local.conf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INHERIT += "create-spdx"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Rebuild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bitbake core-image-base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Output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ls tmp/deploy/spdx/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Per-recipe SPDX documents (.spdx.json)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Per-image SPDX (with all dependencies)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ls tmp/deploy/spdx/x86_64-linux/core-image-base/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core-image-base.spdx.json     — the top-level document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Includes all package SPDX docs as references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Validate with spdx-tools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pip install spdx-tools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pyspdxtools-parser --infile core-image-base.spdx.json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Feed to a scanner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grype sbom:core-image-base.spdx.json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Will show CVEs against components — comparing to cve-check next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What Auditors Ask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Three documents that close most audits.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License manifest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All software, all licenses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What: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Every package, its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version, its license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Yocto provides: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tmp/deploy/licenses/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&lt;image&gt;/license.manifest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Hand it over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as-is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783080"/>
            <a:ext cx="3520440" cy="640080"/>
          </a:xfrm>
          <a:prstGeom prst="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SBOM (SPDX)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Machine-readable BOM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663399"/>
                </a:solidFill>
                <a:latin typeface="Calibri"/>
              </a:rPr>
              <a:t>What: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Standardized package list,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supplier, version, hash,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relationships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663399"/>
                </a:solidFill>
                <a:latin typeface="Calibri"/>
              </a:rPr>
              <a:t>Yocto provides: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tmp/deploy/spdx/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(after INHERIT += create-spdx)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Feeds into scanners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CVE report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What's vulnerable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What: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Per-package CVE list,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patched/unpatched,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justifications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Yocto provides: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tmp/deploy/cve/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(after INHERIT += cve-check)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Next session covers this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663399"/>
                </a:solidFill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Use SPDX identifiers in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Free-text 'GPL' is ambiguous; GPL-2.0-only is precise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LIC_FILES_CHKSUM catches upstream license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Tamper-evident; required for every recipe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INCOMPATIBLE_LICENSE enforces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Most embedded products exclude GPL-3 due to anti-Tivoization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License manifests are auto-generated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tmp/deploy/licenses/ — ship to auditors as-is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create-spdx generates SBOM at build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One INHERIT line; required for EU CRA, US EO 14028, many enterprise customers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400" b="1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>
                <a:solidFill>
                  <a:srgbClr val="333333"/>
                </a:solidFill>
                <a:latin typeface="Calibri"/>
              </a:rPr>
              <a:t>CVE Triage (30 min)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88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Trebuchet MS</vt:lpstr>
      <vt:lpstr>Wingdings</vt:lpstr>
      <vt:lpstr>Office Theme</vt:lpstr>
      <vt:lpstr>Main Title &amp; Subtitle </vt:lpstr>
      <vt:lpstr>Agenda Slide</vt:lpstr>
      <vt:lpstr>Subsection - Slide</vt:lpstr>
      <vt:lpstr>Slide Title</vt:lpstr>
      <vt:lpstr>Stay connected</vt:lpstr>
      <vt:lpstr>PowerPoint Presentation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Jayakumar Balasubramanian</cp:lastModifiedBy>
  <cp:revision>686</cp:revision>
  <dcterms:created xsi:type="dcterms:W3CDTF">2013-11-03T09:32:00Z</dcterms:created>
  <dcterms:modified xsi:type="dcterms:W3CDTF">2025-07-13T07:41:11Z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