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Day-to-Day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3 • 105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Running a Yocto-built Linux in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User access and SSH key management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systemd service management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journalctl patterns for investigation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Persistent logs and crash collection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Networking in the field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Storage reliability — fs checks, wear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Hands-on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User Access &amp; SSH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Day-1 security on every device you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Create a non-root maintenance user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adduser --disabled-password --gecos '' admin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usermod -aG sudo admin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Deploy your public key (from your workstation, into the image)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Either: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- Ship in image: write authorized_keys into ROOTFS_POSTPROCESS_COMMAND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- Deploy at first boot via a systemd one-shot service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On a running device: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mkdir -p /home/admin/.ssh &amp;&amp; chmod 700 /home/admin/.ssh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"ssh-ed25519 AAAAC..." &gt; /home/admin/.ssh/authorized_keys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chmod 600 /home/admin/.ssh/authorized_keys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chown -R admin:admin /home/admin/.ssh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Lock down sshd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/etc/ssh/sshd_config: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PasswordAuthentication no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PermitRootLogin no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AllowUsers admin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restart sshd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systemd Service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Commands you'll use weekly.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Start, stop, restart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start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stop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restart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reload hello-trainergw    # SIGHUP without restart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Enable to start at boot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enable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enable --now hello-trainergw   # enable + start in one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Check status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status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is-active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is-enabled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Override settings without editing the original unit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edit hello-trainergw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Opens an editor for a drop-in /etc/systemd/system/hello-trainergw.service.d/override.conf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After any unit file change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systemctl daemon-reload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journalctl Investigation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to find what you need without scrolling forever.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By service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-u 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-u hello-trainergw -f          # follow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-u hello-trainergw --since='1 hour ago'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By time window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--since='2024-01-15 14:00' --until='2024-01-15 15:00'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--since=yesterday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By boot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-b                             # current boot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-b -1                          # previous boot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--list-boots                   # list all stored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By priority (0=emerg, 7=debug)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-p err -b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-p warn..err -b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By process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_PID=1234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_COMM=hello-trainergw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Watch for errors as they happen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-f -p err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Persistent Logs &amp; Crash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Make sure logs survive a reboot, and crashes get captured.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Enable persistent journald storage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/etc/systemd/journald.conf: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[Journal]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Storage=persistent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SystemMaxUse=200M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SystemKeepFree=100M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MaxFileSec=1week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sudo mkdir -p /var/log/journal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sudo systemctl restart systemd-journald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Now journalctl -b -1 will work across reboots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Capture core dumps for crashed processes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/etc/systemd/coredump.conf: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[Coredump]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Storage=external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Compress=yes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ProcessSizeMax=1G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ExternalSizeMax=1G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List captured crashes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list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info &lt;PID&gt;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gdb &lt;PID&gt;      # opens gdb on the crash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Networking in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What's actually going wrong with networking 90% of the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Common field issues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Device gets no IP — DHCP not enabled or server unreachable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Has IP but can't reach internet — default route missing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Can reach IPs but not hostnames — DNS misconfigured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Connection succeeds but drops — MTU mismatch or firewall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10515600" cy="26517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26517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10241280" cy="2468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Standard diagnostic sequence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ip addr show               # do I have an IP?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ip route show              # do I have a default gateway?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getent hosts google.com    # does DNS work?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ping -c 2 &lt;gateway-IP&gt;     # is the gateway reachable?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ping -c 2 8.8.8.8          # is internet reachable?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ping -c 2 google.com       # does name resolution work end to end?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If using systemd-networkd or NetworkManager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-u systemd-networkd -b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journalctl -u NetworkManager -b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Storage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Flash wears. Plan for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What kills embedded storage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Constant logging to the same partition (writes wear flash)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swapfile on flash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Improper shutdown corrupting filesystem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Heavy synchronous writes (sqlite default mode is harsh)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Mitigations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Mount /var/log on tmpfs; only persist what matters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Use journald's SystemMaxUse to cap log size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Use f2fs on flash partitions (better wear-leveling than ext4)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Read-only root + writable overlay for state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Power-fail-safe filesystem (ext4 journal, f2fs)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Filesystem checks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Check after suspicious crashes:  fsck.ext4 -f /dev/mmcblk0p2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Auto-check at boot:  systemd-fsck or fsck.mode=force in cmdline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Apply today's tools to TrainerGW running on QEMU/RPi.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Boot TrainerGW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runqemu qemux86-64 nographic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Inside the running system: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1. Create a non-root user and lock down ssh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adduser --disabled-password --gecos '' admin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'PermitRootLogin no' &gt;&gt; /etc/ssh/sshd_config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'PasswordAuthentication no' &gt;&gt; /etc/ssh/sshd_config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'AllowUsers admin' &gt;&gt; /etc/ssh/sshd_config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restart sshd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2. Find what's running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list-units --type=service --state=running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3. Investigate a service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status hello-trainergw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journalctl -u hello-trainergw --since='5 minutes ago'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4. Enable persistent logs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mkdir -p /var/log/journal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restart systemd-journald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5. Check storage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df -h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poweroff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SSH hygiene is non-negotiable on shipped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Keys only, no root, allowed users specified — bake it into the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systemctl + journalctl cover 90% of ops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Status, start/stop, edit overrides, query logs by service/time/boot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Persistent journald survives reboots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Worth enabling for field debugging — bound the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Networking field issues follow a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IP → route → DNS → ping → check journald for systemd-networkd or NM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Storage reliability needs design, not luck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tmpfs for volatile, RO+overlay for tamper-resistant, fs choice matters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Deploying and Debugging Applications (90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