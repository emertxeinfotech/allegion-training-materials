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007" r:id="rId18"/>
    <p:sldId id="1008" r:id="rId19"/>
    <p:sldId id="1009" r:id="rId20"/>
    <p:sldId id="1010" r:id="rId21"/>
    <p:sldId id="1011" r:id="rId22"/>
    <p:sldId id="1012" r:id="rId23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92" d="100"/>
          <a:sy n="92" d="100"/>
        </p:scale>
        <p:origin x="1110" y="306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QA &amp; Quality Gates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i="1">
                <a:solidFill>
                  <a:srgbClr val="FFFFFF"/>
                </a:solidFill>
                <a:latin typeface="Calibri"/>
              </a:rPr>
              <a:t>Day 3 • Session 9 • 15 minutes</a:t>
            </a:r>
          </a:p>
          <a:p>
            <a:r>
              <a:rPr sz="1800">
                <a:solidFill>
                  <a:srgbClr val="FFFFFF"/>
                </a:solidFill>
                <a:latin typeface="Calibri"/>
              </a:rPr>
              <a:t>Yocto's QA checks and how to gate release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Yocto's QA system (insane.bbclass)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WARN_QA vs ERROR_QA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ptest — runtime tests on target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testimage — QEMU-based test framework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5.  Putting it all together: the release gate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Yocto's QA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Built-in checks that fire during builds and packaging.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QA is implemented in poky/meta/classes-global/insane.bbclass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It runs hundreds of automated checks during package creation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Common checks include: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- installed-vs-shipped: files in image/ but not in FILES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- dev-deps: -dev package depending on non-dev package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- file-rdeps: missing RDEPENDS for needed shared libs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- host-user-contaminated: build artifacts contain absolute host paths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- useless-rpaths: binaries with unnecessary RPATH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- perms: files with unsafe permissions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- debug-files: debug files not split into -dbg package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Promote a warning to an error in your distro.conf or local.conf: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ERROR_QA:append = " installed-vs-shipped"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Demote an error to a warning (only when you really need to):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WARN_QA:append = " file-rdeps"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See full lists in your build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bitbake -e | grep -E '^(WARN|ERROR)_QA='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ptest and testimage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Two complementary ways to run tests.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120640" cy="457200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CC0066"/>
                </a:solidFill>
                <a:latin typeface="Calibri"/>
              </a:rPr>
              <a:t>ptest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937760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CC0066"/>
                </a:solidFill>
                <a:latin typeface="Calibri"/>
              </a:rPr>
              <a:t>What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Package's own test suite, ported to run on target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CC0066"/>
                </a:solidFill>
                <a:latin typeface="Calibri"/>
              </a:rPr>
              <a:t>Enable in recipe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333333"/>
                </a:solidFill>
                <a:latin typeface="Consolas"/>
              </a:rPr>
              <a:t>inherit ptest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CC0066"/>
                </a:solidFill>
                <a:latin typeface="Calibri"/>
              </a:rPr>
              <a:t>Add to image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333333"/>
                </a:solidFill>
                <a:latin typeface="Consolas"/>
              </a:rPr>
              <a:t>IMAGE_FEATURES += "ptest-pkgs"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CC0066"/>
                </a:solidFill>
                <a:latin typeface="Calibri"/>
              </a:rPr>
              <a:t>Run on target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onsolas"/>
              </a:rPr>
              <a:t>ptest-runner busybox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onsolas"/>
              </a:rPr>
              <a:t>ptest-runner all  # everything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5120640" cy="457200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663399"/>
                </a:solidFill>
                <a:latin typeface="Calibri"/>
              </a:rPr>
              <a:t>testimage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4937760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663399"/>
                </a:solidFill>
                <a:latin typeface="Calibri"/>
              </a:rPr>
              <a:t>What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Boots image in QEMU, runs Python test cases against it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663399"/>
                </a:solidFill>
                <a:latin typeface="Calibri"/>
              </a:rPr>
              <a:t>Enable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333333"/>
                </a:solidFill>
                <a:latin typeface="Consolas"/>
              </a:rPr>
              <a:t>IMAGE_CLASSES += "testimage"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663399"/>
                </a:solidFill>
                <a:latin typeface="Calibri"/>
              </a:rPr>
              <a:t>Pick tests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333333"/>
                </a:solidFill>
                <a:latin typeface="Consolas"/>
              </a:rPr>
              <a:t>TEST_SUITES = "ping ssh date python"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663399"/>
                </a:solidFill>
                <a:latin typeface="Calibri"/>
              </a:rPr>
              <a:t>Run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onsolas"/>
              </a:rPr>
              <a:t>bitbake -c testimage core-image-base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The Release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Chain QA + ptest + testimage + CVE + SBOM + license check into one gate.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#!/bin/bash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scripts/release-gate.sh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set -e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echo '[1/6] Build image with QA enforcement'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bitbake core-image-base    # ERROR_QA will fail build if violated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echo '[2/6] Run testimage'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bitbake core-image-base -c testimage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echo '[3/6] Run ptests on the image'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bitbake core-image-base -c testimage TEST_SUITES="ptest"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echo '[4/6] Check CVE status'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./scripts/cve-gate.sh    # fails on unpatched HIGH/CRITICAL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echo '[5/6] Verify SBOM generated and diffs vs baseline'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test -f tmp/deploy/spdx/core-image-base.spdx.json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./scripts/sbom-diff.sh tmp/deploy/spdx/...  baselines/last-release.spdx.json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echo '[6/6] Confirm license manifest matches policy'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./scripts/license-gate.sh tmp/deploy/licenses/...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echo 'PASS — release artifacts ready'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6126480"/>
            <a:ext cx="10515600" cy="27432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l"/>
            <a:r>
              <a:rPr sz="1200" b="1">
                <a:solidFill>
                  <a:srgbClr val="663399"/>
                </a:solidFill>
                <a:latin typeface="Calibri"/>
              </a:rPr>
              <a:t>Run this script in CI on every commit. Fail-fast on the first gate that trips.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663399"/>
                </a:solidFill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Yocto's QA system runs hundreds of automated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WARN_QA / ERROR_QA tune what's warned vs blocked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ptest runs upstream test suites on the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Enable per recipe with inherit ptest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testimage runs Python test cases against a booted QEMU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Network, SSH, app-level smoke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Chain everything into one release gate 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Build + testimage + ptest + CVE + SBOM + license — fail fast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Run the gate in CI on every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This is what makes Yocto production-ready, not just buildable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400" b="1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>
                <a:solidFill>
                  <a:srgbClr val="333333"/>
                </a:solidFill>
                <a:latin typeface="Calibri"/>
              </a:rPr>
              <a:t>Day 4 — Operating, Debugging, Updating Yocto Systems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88</Words>
  <Application>Microsoft Office PowerPoint</Application>
  <PresentationFormat>Widescreen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Trebuchet MS</vt:lpstr>
      <vt:lpstr>Wingdings</vt:lpstr>
      <vt:lpstr>Office Theme</vt:lpstr>
      <vt:lpstr>Main Title &amp; Subtitle </vt:lpstr>
      <vt:lpstr>Agenda Slide</vt:lpstr>
      <vt:lpstr>Subsection - Slide</vt:lpstr>
      <vt:lpstr>Slide Title</vt:lpstr>
      <vt:lpstr>Stay connected</vt:lpstr>
      <vt:lpstr>PowerPoint Presentation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Jayakumar Balasubramanian</cp:lastModifiedBy>
  <cp:revision>686</cp:revision>
  <dcterms:created xsi:type="dcterms:W3CDTF">2013-11-03T09:32:00Z</dcterms:created>
  <dcterms:modified xsi:type="dcterms:W3CDTF">2025-07-13T07:41:11Z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