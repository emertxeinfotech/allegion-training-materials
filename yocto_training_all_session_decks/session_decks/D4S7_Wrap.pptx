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007" r:id="rId18"/>
    <p:sldId id="1008" r:id="rId19"/>
    <p:sldId id="1009" r:id="rId20"/>
    <p:sldId id="1010" r:id="rId21"/>
    <p:sldId id="1011" r:id="rId22"/>
    <p:sldId id="1012" r:id="rId23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92" d="100"/>
          <a:sy n="92" d="100"/>
        </p:scale>
        <p:origin x="1110" y="306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Course Wrap-Up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i="1">
                <a:solidFill>
                  <a:srgbClr val="FFFFFF"/>
                </a:solidFill>
                <a:latin typeface="Calibri"/>
              </a:rPr>
              <a:t>Day 4 • Session 7 • 15 minutes</a:t>
            </a:r>
          </a:p>
          <a:p>
            <a:r>
              <a:rPr sz="1800">
                <a:solidFill>
                  <a:srgbClr val="FFFFFF"/>
                </a:solidFill>
                <a:latin typeface="Calibri"/>
              </a:rPr>
              <a:t>What you've learned, what comes next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1.  What you accomplished over 4 days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2.  The capstone deliverable — what you have on disk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3.  Where to go next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4.  Q&amp;A and feedback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What You Accomplished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A reminder of where you started and where you are.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C0066"/>
                </a:solidFill>
                <a:latin typeface="Calibri"/>
              </a:rPr>
              <a:t>Built and customized a Yocto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From source layers, with your own meta-trainerdemo, on QEMU or hardware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C0066"/>
                </a:solidFill>
                <a:latin typeface="Calibri"/>
              </a:rPr>
              <a:t>Wrote and debugged recipes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Custom packages, patches, kernel module, DT overlay — all in one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C0066"/>
                </a:solidFill>
                <a:latin typeface="Calibri"/>
              </a:rPr>
              <a:t>Hardened the kernel and applied compliance tooling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KSPP fragment, license manifests, SBOM generation, CVE triage, QA gates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C0066"/>
                </a:solidFill>
                <a:latin typeface="Calibri"/>
              </a:rPr>
              <a:t>Operated a running Yocto Linux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Boot, SSH, systemd, journalctl, app debugging, performance, updates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C0066"/>
                </a:solidFill>
                <a:latin typeface="Calibri"/>
              </a:rPr>
              <a:t>Built a release pipeline conceptually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Build → test → CVE → SBOM → license → release gate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Capstone — What You Have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Concrete artifacts you take with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CC0066"/>
                </a:solidFill>
                <a:latin typeface="Calibri"/>
              </a:rPr>
              <a:t>meta-trainerdemo layer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hello-trainergw recipe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Custom image (trainergw-image)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Kernel hardening fragment + bbappend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DT overlay for status LED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Out-of-tree kernel module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CC0066"/>
                </a:solidFill>
                <a:latin typeface="Calibri"/>
              </a:rPr>
              <a:t>Build artifacts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Bootable wic image (QEMU + your hardware if used)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SDK installer for your team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License manifest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SBOM (SPDX) document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CVE report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ptest + testimage results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663399"/>
                </a:solidFill>
                <a:latin typeface="Calibri"/>
              </a:rPr>
              <a:t>Documentation in meta-trainerdemo/README.md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Everything you did is captured. You can rebuild from scratch in another year.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Where to Go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How to deepen what you learned, in priority order.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CC0066"/>
                </a:solidFill>
                <a:latin typeface="Calibri"/>
              </a:rPr>
              <a:t>Apply it tomorrow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Rebuild meta-trainerdemo at home. Walk through it without notes. The pattern will stick.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CC0066"/>
                </a:solidFill>
                <a:latin typeface="Calibri"/>
              </a:rPr>
              <a:t>Read the official docs</a:t>
            </a:r>
          </a:p>
          <a:p>
            <a:pPr>
              <a:spcAft>
                <a:spcPts val="1000"/>
              </a:spcAft>
            </a:pPr>
            <a:r>
              <a:rPr sz="1200" b="0" i="0">
                <a:solidFill>
                  <a:srgbClr val="333333"/>
                </a:solidFill>
                <a:latin typeface="Consolas"/>
              </a:rPr>
              <a:t>docs.yoctoproject.org/scarthgap/   — Reference, Dev, BSP, Kernel manuals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CC0066"/>
                </a:solidFill>
                <a:latin typeface="Calibri"/>
              </a:rPr>
              <a:t>Bootlin training slides (free)</a:t>
            </a:r>
          </a:p>
          <a:p>
            <a:pPr>
              <a:spcAft>
                <a:spcPts val="1000"/>
              </a:spcAft>
            </a:pPr>
            <a:r>
              <a:rPr sz="1200" b="0" i="0">
                <a:solidFill>
                  <a:srgbClr val="333333"/>
                </a:solidFill>
                <a:latin typeface="Consolas"/>
              </a:rPr>
              <a:t>bootlin.com/doc/training/yocto/   — Most thorough free resource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CC0066"/>
                </a:solidFill>
                <a:latin typeface="Calibri"/>
              </a:rPr>
              <a:t>Conference talks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Yocto Project Summit and FOSDEM embedded devroom on YouTube — keep up with new releases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663399"/>
                </a:solidFill>
                <a:latin typeface="Calibri"/>
              </a:rPr>
              <a:t>Specialized depth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Kernel hardening: Kees Cook's blog (outflux.net)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CVE workflow: NVD docs, OpenVEX spec, CISA guidance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SBOM: spdx.dev, CycloneDX docs, NTIA guidance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Q&amp;A and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Last 10 minutes of the course.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Questions you saved up</a:t>
            </a:r>
          </a:p>
          <a:p>
            <a:pPr>
              <a:spcAft>
                <a:spcPts val="1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Now is the time. Don't leave with an unanswered question.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Feedback we want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What landed well?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What was rushed?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What was too slow?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What would you change if we ran this again?</a:t>
            </a:r>
          </a:p>
          <a:p>
            <a:pPr>
              <a:spcAft>
                <a:spcPts val="1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• Any topic you wished we covered?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663399"/>
                </a:solidFill>
                <a:latin typeface="Calibri"/>
              </a:rPr>
              <a:t>Stay in touch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Email Biju at Emertxe — questions don't end with the course.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852160"/>
            <a:ext cx="10515600" cy="50292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wrap="square"/>
          <a:lstStyle/>
          <a:p>
            <a:pPr algn="l"/>
            <a:r>
              <a:rPr sz="1500" b="1">
                <a:solidFill>
                  <a:srgbClr val="663399"/>
                </a:solidFill>
                <a:latin typeface="Calibri"/>
              </a:rPr>
              <a:t>Thank you for four days of focus. Now go ship something.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88</Words>
  <Application>Microsoft Office PowerPoint</Application>
  <PresentationFormat>Widescreen</PresentationFormat>
  <Paragraphs>16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Trebuchet MS</vt:lpstr>
      <vt:lpstr>Wingdings</vt:lpstr>
      <vt:lpstr>Office Theme</vt:lpstr>
      <vt:lpstr>Main Title &amp; Subtitle </vt:lpstr>
      <vt:lpstr>Agenda Slide</vt:lpstr>
      <vt:lpstr>Subsection - Slide</vt:lpstr>
      <vt:lpstr>Slide Title</vt:lpstr>
      <vt:lpstr>Stay connected</vt:lpstr>
      <vt:lpstr>PowerPoint Presentation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Jayakumar Balasubramanian</cp:lastModifiedBy>
  <cp:revision>686</cp:revision>
  <dcterms:created xsi:type="dcterms:W3CDTF">2013-11-03T09:32:00Z</dcterms:created>
  <dcterms:modified xsi:type="dcterms:W3CDTF">2025-07-13T07:41:11Z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