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Bootloader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3 • Session 4 • 30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U-Boot, EFI, GRUB — where kernel meets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What a bootloader does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Three families — U-Boot, EFI, GRUB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When to use which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How Yocto handles bootloader config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Boot arguments — passing info to the kernel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What a Bootloader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The bridge from power-on to a running kernel.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" y="2103120"/>
            <a:ext cx="2249424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Power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Reset 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2103120"/>
            <a:ext cx="2249424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4620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Vendor first-stage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9764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SPL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9764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Second-stage loader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4907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U-Boot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4907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Full bootloader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0051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60051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Linux takes 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515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What the bootloader actually does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Init DRAM, clocks, basic peripherals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Load the kernel image into RAM from flash/SD/eMMC/network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Load the device tree blob (DTB)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Pass boot arguments to the kernel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Jump to the kernel entry point</a:t>
            </a:r>
          </a:p>
          <a:p>
            <a:pPr>
              <a:spcAft>
                <a:spcPts val="400"/>
              </a:spcAft>
            </a:pPr>
            <a:r>
              <a:rPr sz="1300" b="0" i="1">
                <a:solidFill>
                  <a:srgbClr val="333333"/>
                </a:solidFill>
                <a:latin typeface="Calibri"/>
              </a:rPr>
              <a:t>From there, the kernel runs init, mounts the rootfs, starts systemd, and you have a 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Three Bootloader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Different problems, different tools.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U-Boot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Embedded 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Configurable bootloader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with shell and scripts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Used on: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Most ARM SoCs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Most embedded products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Strengths: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Flexible, scriptable,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supports many storage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and network protocols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EFI / UEFI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x86/ARM server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Firmware spec, not 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single loader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Used on: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x86 desktops/servers,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newer ARM platforms,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RPi5 (optional)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Strengths: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Secure Boot,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standardized,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GPT partitioning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GRUB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Distro classic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The Linux distro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bootloader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Used on: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x86 servers, full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desktop-like systems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Strengths: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Multi-OS boot menus,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filesystem support,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well-known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When to Use Which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Match the loader to the platform.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Pick U-Boot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33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Custom ARM hardware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Need flexible boot scripts (A/B updates, fallback)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Need TFTP/NFS boot for dev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Tight flash budgets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Typical example</a:t>
            </a:r>
          </a:p>
          <a:p>
            <a:pPr>
              <a:spcAft>
                <a:spcPts val="400"/>
              </a:spcAft>
            </a:pPr>
            <a:r>
              <a:rPr sz="1200" b="0" i="1">
                <a:solidFill>
                  <a:srgbClr val="333333"/>
                </a:solidFill>
                <a:latin typeface="Calibri"/>
              </a:rPr>
              <a:t>i.MX, BeagleBone, custom industrial gateways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Pick EFI/GRUB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33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x86_64 hardware (server, intel NUC, etc.)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Need Secure Boot certified by Microsoft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Multi-OS boot or distro-style menus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Lots of disk space, no flash constraints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Typical example</a:t>
            </a:r>
          </a:p>
          <a:p>
            <a:pPr>
              <a:spcAft>
                <a:spcPts val="400"/>
              </a:spcAft>
            </a:pPr>
            <a:r>
              <a:rPr sz="1200" b="0" i="1">
                <a:solidFill>
                  <a:srgbClr val="333333"/>
                </a:solidFill>
                <a:latin typeface="Calibri"/>
              </a:rPr>
              <a:t>Edge servers, industrial PCs, infotainment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Yocto Bootloader Wiring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U-Boot config flows from machine.conf to flashed device.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 meta-yourbsp/conf/machine/yourboard.conf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PREFERRED_PROVIDER_virtual/bootloader = "u-boot"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UBOOT_MACHINE = "yourboard_defconfig"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U-Boot recipe is provided by Yocto or the BSP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bitbake u-boot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Output: tmp/deploy/images/${MACHINE}/u-boot.bin (or u-boot.imx, etc.)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Boot arguments passed to kernel — define in machine.conf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APPEND += "root=/dev/mmcblk0p2 rootwait console=ttyS0,115200"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WIC kickstart wires bootloader + kernel + rootfs into a flashable image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WKS_FILE = "yourboard.wks"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yourboard.wks example: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 part u-boot --source rawcopy --sourceparams="file=u-boot.bin" --no-table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 part /boot --source bootimg-partition --align 4 --fixed-size 32M --fstype=vfat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 part /     --source rootfs --fstype=ext4 --align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Boot Arguments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you tell the kernel about the device.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Common boot args you'll set in APPEND or via U-Boot bootargs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console=ttyS0,115200     # where kernel prints (serial port)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root=/dev/mmcblk0p2      # where rootfs lives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rootwait                 # wait for storage to appear before mounting root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rootfstype=ext4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quiet                    # suppress most kernel messages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loglevel=4               # 0=silent, 7=verbose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earlycon                 # enable early console before normal one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ro                       # mount rootfs read-only initially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For debugging: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initcall_debug           # show every init call's timing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debug                    # very verbose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ignore_loglevel          # show all kernel messages regardless of loglevel=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View at runtime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cat /proc/cmdline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Bootloader connects firmware to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Init hardware, load kernel + DT + initramfs, pass arguments, jump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families: U-Boot for embedded, EFI for x86, GRUB for distros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Pick by platform — U-Boot dominates ARM embedded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Yocto provides u-boot recipe, wires via machine.conf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PREFERRED_PROVIDER + UBOOT_MACHINE + WKS_FILE = end-to-end flash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 arguments live in APPEND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console, root, rootwait, loglevel — these four cover most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/proc/cmdline shows what booted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First thing to check when boot behavior looks wrong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Image Engineering (90 min) — WIC, partitions, filesystems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