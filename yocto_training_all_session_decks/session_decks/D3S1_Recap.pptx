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Day 3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3 • Session 1 • 15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What's new today — productization concerns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Recap of Day 2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What changes today — focus shifts from build to ship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Day 3 plan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Quick environment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From Build to 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Day 1-2 was making it work. Day 3 is making it safe to 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69164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Kernel hardening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02536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Apply KSPP-recommended config fragment — defend against entire attack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04872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0487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Device tree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157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Diagnose bring-up issues — the most common embedded headache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18104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181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Bootloader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290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U-Boot, EFI, GRUB — how kernel meets 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31335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3133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Image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42231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WIC files, partitions, filesystem choices for 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44568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5445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Developer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5546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SDK / eSDK / devtool — equip your team to work efficiently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257800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578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Compliance: license, SBOM, CVE,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568696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What customers, auditors, and regulators expect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