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007" r:id="rId2"/>
    <p:sldId id="1008" r:id="rId3"/>
    <p:sldId id="1009" r:id="rId4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68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Day 3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What's new today — productization concerns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Recap of Day 2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What changes today — focus shifts from build to ship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Day 3 plan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Quick environment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From Build to 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Day 1-2 was making it work. Day 3 is making it safe to ship.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69164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Kernel hardening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02536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Apply KSPP-recommended config fragment — defend against entire attack classes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04872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Device tree debugging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71576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Diagnose bring-up issues — the most common embedded headache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18104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11810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Bootloader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2900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U-Boot, EFI, GRUB — how kernel meets hardware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31335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83133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Image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142231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WIC files, partitions, filesystem choices for product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44568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54456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Developer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85546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SDK / eSDK / devtool — equip your team to work efficiently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257800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5780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Compliance: license, SBOM, CVE, 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568696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What customers, auditors, and regulators expect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143</Words>
  <Application>Microsoft Office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Century Gothic</vt:lpstr>
      <vt:lpstr>Trebuchet MS</vt:lpstr>
      <vt:lpstr>Wingdings</vt:lpstr>
      <vt:lpstr>Office Theme</vt:lpstr>
      <vt:lpstr>Day 3 Kickoff</vt:lpstr>
      <vt:lpstr>Session Agenda</vt:lpstr>
      <vt:lpstr>From Build to Ship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689</cp:revision>
  <dcterms:created xsi:type="dcterms:W3CDTF">2013-11-03T09:32:00Z</dcterms:created>
  <dcterms:modified xsi:type="dcterms:W3CDTF">2026-06-11T03:55:53Z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