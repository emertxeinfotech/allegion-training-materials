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CVE Triage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Find, classify, justify, and gate on vulnerabilities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cve-check — Yocto's CVE scanner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Reading a CVE report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Triage states: Patched, Ignored, Not affected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CVE_STATUS — writing justifications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VEX — communicating CVE status to customers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Release gating on CVE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cve-check — Yocto's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Compares your packages against the NVD CVE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Enable in local.conf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INHERIT += "cve-check"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Build (first run downloads the NVD feed, can take 5-10 min)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core-image-base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Find reports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ls tmp/deploy/cve/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Per-recipe: tmp/work/.../mypkg/.../cve_check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Per-image: tmp/deploy/cve/core-image-base-&lt;machine&gt;.txt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Read the image-level summary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tmp/deploy/cve/core-image-base-*.txt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Format: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PACKAGE NAME: openssl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PACKAGE VERSION: 3.0.10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CVE: CVE-2023-3446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CVE STATUS: Patched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CVE SUMMARY: Excessive time in DH_check_pub_key()...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CVSS v3 SCORE: 5.3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VECTOR: NETWORK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MORE INFORMATION: https://nvd.nist.gov/vuln/detail/CVE-2023-3446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Triage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Every CVE that matches your packages needs one of these.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Patched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Fix in your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Meaning: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Your version includes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the upstream fix</a:t>
            </a:r>
          </a:p>
          <a:p>
            <a:pPr>
              <a:spcAft>
                <a:spcPts val="400"/>
              </a:spcAft>
            </a:pPr>
            <a:endParaRPr sz="11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Action: none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(cve-check detects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this automatically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when CVE_VERSION metadata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is in the recipe)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Ignored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Doesn't apply to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Meaning: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CVE matches but the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vulnerable code path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isn't in our config</a:t>
            </a:r>
          </a:p>
          <a:p>
            <a:pPr>
              <a:spcAft>
                <a:spcPts val="400"/>
              </a:spcAft>
            </a:pPr>
            <a:endParaRPr sz="11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Action: justify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via CVE_STATUS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in the recipe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with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Unpatched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Real risk, no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Meaning: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Vulnerable; no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upstream patch yet</a:t>
            </a:r>
          </a:p>
          <a:p>
            <a:pPr>
              <a:spcAft>
                <a:spcPts val="400"/>
              </a:spcAft>
            </a:pPr>
            <a:endParaRPr sz="11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Action: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Decide release gate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(block/release with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mitigation/risk-accept)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Writing Justifications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When a CVE doesn't apply, write down why.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 the recipe or a bbappend: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CVE_STATUS[CVE-2023-12345] = "ignored: not-applicable-config: feature X is disabled in our config"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Or grouped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CVE_STATUS[CVE-2023-12345] = "ignored: build-time only, not shipped to runtime"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CVE_STATUS[CVE-2023-12346] = "ignored: requires attacker-controlled network position; we are offline"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Available status values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Patched — auto-detected when version &gt;= fixed version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Ignored — your code doesn't actually hit the vulnerable path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Backported — you've backported a fix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Common reasons (use these as templates)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'not-applicable-config: feature X is not enabled'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'not-applicable-platform: vulnerability is Windows-only'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'mitigation-via-Y: SELinux policy prevents exploitation'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'backported-fix: patch 0042-fix-CVE-2023-12345.patch is applied'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VEX — Telling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VEX (Vulnerability Exploitability eXchange) is the format for sharing CVE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Why VEX exists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Without VEX: customer scans your SBOM, sees 200 CVEs, panics. With VEX: customer scans your SBOM + VEX, sees only the real ones.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Status values (CycloneDX VEX or OpenVEX)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not_affected — vulnerability doesn't apply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affected — vulnerable, no fix yet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fixed — patched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under_investigation — TBD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Each status needs a justification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component_not_present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vulnerable_code_not_present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vulnerable_code_not_in_execute_path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inline_mitigations_already_exist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Release 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Block builds when severity exceeds your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Simple release gate script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scripts/release-gate.sh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#!/bin/bash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set -e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REPORT=tmp/deploy/cve/core-image-base-*.json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Count unpatched HIGH or CRITICAL CVEs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UNPATCHED=$(jq -r '[.package[] | .issue[] |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select(.status == "Unpatched") |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select(.scorev3 | tonumber &gt;= 7.0)] | length' $REPORT)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if [ "$UNPATCHED" -gt 0 ]; then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echo "FAIL: $UNPATCHED unpatched HIGH/CRITICAL CVEs"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exit 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echo "PASS: no unpatched HIGH/CRITICAL CVEs"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Wire into your CI as a build step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Customize the threshold based on your risk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6126480"/>
            <a:ext cx="10515600" cy="27432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100" b="1">
                <a:solidFill>
                  <a:srgbClr val="663399"/>
                </a:solidFill>
                <a:latin typeface="Calibri"/>
              </a:rPr>
              <a:t>Threshold depends on threat model. Always-online consumer device: gate at &gt;=4.0. Offline industrial: maybe &gt;=7.0. Decide with security +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cve-check is one INHERIT line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Generates per-recipe and per-image CVE reports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Every matching CVE needs a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Patched (auto), Ignored (justified), Unpatched (decision point)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CVE_STATUS records your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Write the justification in the recipe — auditors will read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VEX is how you tell customers what doesn't 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Otherwise they see 200 CVEs and panic; with VEX they see the real 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Release gating is a script 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Threshold + script + CI hook — quality gate against shipping known vulns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QA &amp; Quality Gates (15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897</Words>
  <Application>Microsoft Office PowerPoint</Application>
  <PresentationFormat>Widescreen</PresentationFormat>
  <Paragraphs>145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CVE Triage</vt:lpstr>
      <vt:lpstr>Session Agenda</vt:lpstr>
      <vt:lpstr>cve-check — Yocto's Scanner</vt:lpstr>
      <vt:lpstr>Triage States</vt:lpstr>
      <vt:lpstr>Writing Justifications</vt:lpstr>
      <vt:lpstr>VEX — Telling Customers</vt:lpstr>
      <vt:lpstr>Release Gating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687</cp:revision>
  <dcterms:created xsi:type="dcterms:W3CDTF">2013-11-03T09:32:00Z</dcterms:created>
  <dcterms:modified xsi:type="dcterms:W3CDTF">2026-06-11T11:07:22Z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