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 dirty="0">
                <a:solidFill>
                  <a:srgbClr val="FFFFFF"/>
                </a:solidFill>
                <a:latin typeface="Calibri"/>
              </a:rPr>
              <a:t>Hands-On</a:t>
            </a:r>
            <a:r>
              <a:rPr lang="en-IN" sz="4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4400" b="1" dirty="0">
                <a:solidFill>
                  <a:srgbClr val="FFFFFF"/>
                </a:solidFill>
                <a:latin typeface="Calibri"/>
              </a:rPr>
              <a:t>First </a:t>
            </a:r>
            <a:r>
              <a:rPr sz="4400" b="1" dirty="0" err="1">
                <a:solidFill>
                  <a:srgbClr val="FFFFFF"/>
                </a:solidFill>
                <a:latin typeface="Calibri"/>
              </a:rPr>
              <a:t>Yocto</a:t>
            </a:r>
            <a:r>
              <a:rPr sz="4400" b="1" dirty="0">
                <a:solidFill>
                  <a:srgbClr val="FFFFFF"/>
                </a:solidFill>
                <a:latin typeface="Calibri"/>
              </a:rPr>
              <a:t>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Build environment + first custom image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Verify your pre-class setup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Walk through the build directory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Create your meta-trainerdemo layer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Add a simple hello-world recipe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Build core-image-base + hello-world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Boot in QEMU, verify your addition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7.  Common errors and quick fixes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Step 1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Verify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Confirm everyone's environment is functional before we change anything.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03187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Open a terminal in your Ubuntu VM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Source the build environment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cd ~/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yocto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source poky/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oe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init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-build-env build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Confirm you can see layers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-layers show-layers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Confirm the pre-built image is present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ls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/deploy/images/qemux86-64/ | head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Boot it in QEMU to confirm everything works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runqemu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qemux86-64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nographic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(Press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Ctrl+A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then X to exit QEMU)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Step 2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Walk Through the Build Directory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Knowing where things live saves hours later.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52431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~/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yocto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/build/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conf/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├──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local.conf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           # Your settings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├──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bblayers.conf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        # Which layers are active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└──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templateconf.cfg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├── work/                 # All build artifacts per recipe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├──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sysroots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-components/  # Cross-compiled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sysroot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pieces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├── deploy/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│   ├── images/&lt;MACHINE&gt;/ # Final bootable artifacts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│   ├──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ipk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 or deb/ or rpm/  # Packages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│   └── licenses/         # License manifests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├── cache/                # Parsing cache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   └── stamps/               # Per-task completion markers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│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├──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sstate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-cache/             # Cached task outputs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└── downloads/                # Source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tarballs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(DL_DIR)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Step 3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Create Your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meta-trainerdemo — our home for everything we'll add in class.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292608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2926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722626"/>
            <a:ext cx="10241280" cy="30469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From the build directory, with env sourced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-layers create-layer ../meta-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trainerdemo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Add it to your build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-layers add-layer ../meta-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trainerdemo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Confirm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-layers show-layers | tail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Look at the skeleton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tree ../meta-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trainerdemo</a:t>
            </a:r>
            <a:endParaRPr sz="1600" dirty="0">
              <a:solidFill>
                <a:srgbClr val="2D2D2D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67225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Expected layer structure after creation: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meta-trainerdemo/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├── conf/layer.conf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├── COPYING.MIT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├── README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└── recipes-example/example/example_0.1.bb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Step 4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Add Hello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Smallest possible recipe — a script that prints a greeting.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501675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Create the recipe directory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mkdir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-p ../meta-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trainerdemo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/recipes-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/hello/files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Create the source script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cat &gt; ../meta-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trainerdemo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/recipes-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/hello/files/hello-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&lt;&lt;'EOF'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#!/bin/sh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echo "Hello from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!"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Create the recipe file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cat &gt; ../meta-trainerdemo/recipes-trainergw/hello/hello-trainergw_1.0.bb &lt;&lt;'EOF'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SUMMARY = "Tiny hello-world for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LICENSE = "MIT"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LIC_FILES_CHKSUM = "file://${COMMON_LICENSE_DIR}/MIT;md5=0835ade698e0bcf8506ecda2f7b4f302"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SRC_URI = "file://hello-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"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do_install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() {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   install -d ${D}${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bindir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   install -m 0755 ${WORKDIR}/hello-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${D}${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bindir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}/hello-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EOF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Step 5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Build and Include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Add the package to the image and rebuild.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36576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41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i="1" dirty="0">
                <a:solidFill>
                  <a:srgbClr val="808080"/>
                </a:solidFill>
                <a:latin typeface="Consolas"/>
              </a:rPr>
              <a:t># Tell the image to include our package</a:t>
            </a:r>
          </a:p>
          <a:p>
            <a:pPr>
              <a:spcAft>
                <a:spcPts val="0"/>
              </a:spcAft>
            </a:pPr>
            <a:r>
              <a:rPr dirty="0">
                <a:solidFill>
                  <a:srgbClr val="2D2D2D"/>
                </a:solidFill>
                <a:latin typeface="Consolas"/>
              </a:rPr>
              <a:t>echo '</a:t>
            </a:r>
            <a:r>
              <a:rPr dirty="0" err="1">
                <a:solidFill>
                  <a:srgbClr val="2D2D2D"/>
                </a:solidFill>
                <a:latin typeface="Consolas"/>
              </a:rPr>
              <a:t>IMAGE_INSTALL:append</a:t>
            </a:r>
            <a:r>
              <a:rPr dirty="0">
                <a:solidFill>
                  <a:srgbClr val="2D2D2D"/>
                </a:solidFill>
                <a:latin typeface="Consolas"/>
              </a:rPr>
              <a:t> = " hello-</a:t>
            </a:r>
            <a:r>
              <a:rPr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dirty="0">
                <a:solidFill>
                  <a:srgbClr val="2D2D2D"/>
                </a:solidFill>
                <a:latin typeface="Consolas"/>
              </a:rPr>
              <a:t>"' &gt;&gt; conf/</a:t>
            </a:r>
            <a:r>
              <a:rPr dirty="0" err="1">
                <a:solidFill>
                  <a:srgbClr val="2D2D2D"/>
                </a:solidFill>
                <a:latin typeface="Consolas"/>
              </a:rPr>
              <a:t>local.conf</a:t>
            </a:r>
            <a:endParaRPr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i="1" dirty="0">
                <a:solidFill>
                  <a:srgbClr val="808080"/>
                </a:solidFill>
                <a:latin typeface="Consolas"/>
              </a:rPr>
              <a:t># Build just the recipe to confirm it parses and compiles</a:t>
            </a:r>
          </a:p>
          <a:p>
            <a:pPr>
              <a:spcAft>
                <a:spcPts val="0"/>
              </a:spcAft>
            </a:pPr>
            <a:r>
              <a:rPr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dirty="0">
                <a:solidFill>
                  <a:srgbClr val="2D2D2D"/>
                </a:solidFill>
                <a:latin typeface="Consolas"/>
              </a:rPr>
              <a:t> hello-</a:t>
            </a:r>
            <a:r>
              <a:rPr dirty="0" err="1">
                <a:solidFill>
                  <a:srgbClr val="2D2D2D"/>
                </a:solidFill>
                <a:latin typeface="Consolas"/>
              </a:rPr>
              <a:t>trainergw</a:t>
            </a:r>
            <a:endParaRPr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i="1" dirty="0">
                <a:solidFill>
                  <a:srgbClr val="808080"/>
                </a:solidFill>
                <a:latin typeface="Consolas"/>
              </a:rPr>
              <a:t># Rebuild the image (</a:t>
            </a:r>
            <a:r>
              <a:rPr i="1" dirty="0" err="1">
                <a:solidFill>
                  <a:srgbClr val="808080"/>
                </a:solidFill>
                <a:latin typeface="Consolas"/>
              </a:rPr>
              <a:t>sstate</a:t>
            </a:r>
            <a:r>
              <a:rPr i="1" dirty="0">
                <a:solidFill>
                  <a:srgbClr val="808080"/>
                </a:solidFill>
                <a:latin typeface="Consolas"/>
              </a:rPr>
              <a:t> will skip everything else)</a:t>
            </a:r>
          </a:p>
          <a:p>
            <a:pPr>
              <a:spcAft>
                <a:spcPts val="0"/>
              </a:spcAft>
            </a:pPr>
            <a:r>
              <a:rPr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dirty="0">
                <a:solidFill>
                  <a:srgbClr val="2D2D2D"/>
                </a:solidFill>
                <a:latin typeface="Consolas"/>
              </a:rPr>
              <a:t> core-image-base</a:t>
            </a:r>
          </a:p>
          <a:p>
            <a:pPr>
              <a:spcAft>
                <a:spcPts val="0"/>
              </a:spcAft>
            </a:pPr>
            <a:r>
              <a:rPr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i="1" dirty="0">
                <a:solidFill>
                  <a:srgbClr val="808080"/>
                </a:solidFill>
                <a:latin typeface="Consolas"/>
              </a:rPr>
              <a:t># When build finishes:</a:t>
            </a:r>
          </a:p>
          <a:p>
            <a:pPr>
              <a:spcAft>
                <a:spcPts val="0"/>
              </a:spcAft>
            </a:pPr>
            <a:r>
              <a:rPr dirty="0">
                <a:solidFill>
                  <a:srgbClr val="2D2D2D"/>
                </a:solidFill>
                <a:latin typeface="Consolas"/>
              </a:rPr>
              <a:t>ls </a:t>
            </a:r>
            <a:r>
              <a:rPr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dirty="0">
                <a:solidFill>
                  <a:srgbClr val="2D2D2D"/>
                </a:solidFill>
                <a:latin typeface="Consolas"/>
              </a:rPr>
              <a:t>/deploy/images/qemux86-64/ | grep ext4</a:t>
            </a:r>
          </a:p>
          <a:p>
            <a:pPr>
              <a:spcAft>
                <a:spcPts val="0"/>
              </a:spcAft>
            </a:pPr>
            <a:r>
              <a:rPr dirty="0">
                <a:solidFill>
                  <a:srgbClr val="2D2D2D"/>
                </a:solidFill>
                <a:latin typeface="Consolas"/>
              </a:rPr>
              <a:t>ls </a:t>
            </a:r>
            <a:r>
              <a:rPr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dirty="0">
                <a:solidFill>
                  <a:srgbClr val="2D2D2D"/>
                </a:solidFill>
                <a:latin typeface="Consolas"/>
              </a:rPr>
              <a:t>/deploy/</a:t>
            </a:r>
            <a:r>
              <a:rPr dirty="0" err="1">
                <a:solidFill>
                  <a:srgbClr val="2D2D2D"/>
                </a:solidFill>
                <a:latin typeface="Consolas"/>
              </a:rPr>
              <a:t>ipk</a:t>
            </a:r>
            <a:r>
              <a:rPr dirty="0">
                <a:solidFill>
                  <a:srgbClr val="2D2D2D"/>
                </a:solidFill>
                <a:latin typeface="Consolas"/>
              </a:rPr>
              <a:t>/all/ | grep hello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577840"/>
            <a:ext cx="1051560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First-time addition of a recipe will be fast — most of core-image-base is cached in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sstate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Step 6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Boot and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Boot the new image in QEMU, confirm hello-</a:t>
            </a:r>
            <a:r>
              <a:rPr sz="1600" b="0" i="1" dirty="0" err="1">
                <a:solidFill>
                  <a:srgbClr val="666666"/>
                </a:solidFill>
                <a:latin typeface="Calibri"/>
              </a:rPr>
              <a:t>trainergw</a:t>
            </a:r>
            <a:r>
              <a:rPr sz="1600" b="0" i="1" dirty="0">
                <a:solidFill>
                  <a:srgbClr val="666666"/>
                </a:solidFill>
                <a:latin typeface="Calibri"/>
              </a:rPr>
              <a:t>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3931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393192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66254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Boot the image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runqemu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qemux86-64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nographic</a:t>
            </a:r>
            <a:endParaRPr lang="en-IN"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At the login prompt: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Poky (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Yocto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Project Reference Distro) ...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qemux86-64 login: root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(no password)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Once logged in: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which hello-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hello-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You should see: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Hello from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TrainerGW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!</a:t>
            </a:r>
            <a:endParaRPr sz="1600" dirty="0">
              <a:solidFill>
                <a:srgbClr val="2D2D2D"/>
              </a:solidFill>
              <a:latin typeface="Consola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5852160"/>
            <a:ext cx="10515600" cy="45720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Congratulations — you have built a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image with your own custom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Common Errors and Quick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you might hit and how to recover.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Parse error</a:t>
            </a:r>
          </a:p>
          <a:p>
            <a:r>
              <a:rPr sz="1600" i="1" dirty="0" err="1">
                <a:solidFill>
                  <a:srgbClr val="FFFFFF"/>
                </a:solidFill>
                <a:latin typeface="Calibri"/>
              </a:rPr>
              <a:t>BitBake</a:t>
            </a:r>
            <a:r>
              <a:rPr sz="1600" i="1" dirty="0">
                <a:solidFill>
                  <a:srgbClr val="FFFFFF"/>
                </a:solidFill>
                <a:latin typeface="Calibri"/>
              </a:rPr>
              <a:t> won't even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8404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07776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Symptoms: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ERROR: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ParseError</a:t>
            </a: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ERROR: Unable to find file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Cause: typo, wrong path, missing colon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Fix:</a:t>
            </a:r>
          </a:p>
          <a:p>
            <a:pPr>
              <a:spcAft>
                <a:spcPts val="400"/>
              </a:spcAft>
            </a:pPr>
            <a:r>
              <a:rPr sz="1600" b="0" i="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-layers show-layers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Check filename matches PN_PV.bb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Run: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-p (parse only)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Fetch failure</a:t>
            </a:r>
          </a:p>
          <a:p>
            <a:r>
              <a:rPr sz="1600" i="1" dirty="0">
                <a:solidFill>
                  <a:srgbClr val="FFFFFF"/>
                </a:solidFill>
                <a:latin typeface="Calibri"/>
              </a:rPr>
              <a:t>Network or URL issue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84048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3239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Symptoms: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ERROR: Failed to fetch URL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Cause: network, wrong checksum, source moved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Fix: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Check internet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Re-run: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foo -c fetch</a:t>
            </a:r>
          </a:p>
          <a:p>
            <a:pPr>
              <a:spcAft>
                <a:spcPts val="400"/>
              </a:spcAft>
            </a:pPr>
            <a:r>
              <a:rPr sz="1600" b="0" i="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-c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cleansstate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foo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Then retry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FILES mismatch</a:t>
            </a:r>
          </a:p>
          <a:p>
            <a:r>
              <a:rPr sz="1600" i="1" dirty="0" err="1">
                <a:solidFill>
                  <a:srgbClr val="FFFFFF"/>
                </a:solidFill>
                <a:latin typeface="Calibri"/>
              </a:rPr>
              <a:t>do_package</a:t>
            </a:r>
            <a:r>
              <a:rPr sz="1600" i="1" dirty="0">
                <a:solidFill>
                  <a:srgbClr val="FFFFFF"/>
                </a:solidFill>
                <a:latin typeface="Calibri"/>
              </a:rPr>
              <a:t> warning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8404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297517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Symptoms: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WARNING: files installed but not shipped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Cause: do_install put files outside FILES default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Fix: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FILES:${PN} += "/etc/myapp/*"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Re-run: bitbake foo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You built and booted a Yocto image with your own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All the rest of the course just extends this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meta-trainerdemo is your sandbox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Every customization you'll do this week lives in this one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The pattern: layer → recipe → IMAGE_INSTALL → bitbake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Memorize that flow — it's 80% of practical Yocto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sstate makes incremental rebuilds fast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Adding a package to an image takes minutes, not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Errors have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Parse, fetch, FILES, sstate — most failures match one of these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Day 1 recap and Day 2 preview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996</Words>
  <Application>Microsoft Office PowerPoint</Application>
  <PresentationFormat>Widescreen</PresentationFormat>
  <Paragraphs>176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Hands-On: First Yocto Build</vt:lpstr>
      <vt:lpstr>Session Agenda</vt:lpstr>
      <vt:lpstr>Step 1: Verify Setup</vt:lpstr>
      <vt:lpstr>Step 2: Walk Through the Build Directory</vt:lpstr>
      <vt:lpstr>Step 3: Create Your Layer</vt:lpstr>
      <vt:lpstr>Step 4: Add Hello World</vt:lpstr>
      <vt:lpstr>Step 5: Build and Include</vt:lpstr>
      <vt:lpstr>Step 6: Boot and Verify</vt:lpstr>
      <vt:lpstr>Common Errors and Quick Fixes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693</cp:revision>
  <dcterms:created xsi:type="dcterms:W3CDTF">2013-11-03T09:32:00Z</dcterms:created>
  <dcterms:modified xsi:type="dcterms:W3CDTF">2026-06-08T16:36:46Z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