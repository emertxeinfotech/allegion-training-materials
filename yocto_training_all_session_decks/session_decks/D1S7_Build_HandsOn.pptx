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Hands-On — First Yocto Build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1 • Session 7 • 120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Build environment + first custom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Verify your pre-class setup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Walk through the build directory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Create your meta-trainerdemo layer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Add a simple hello-world recipe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Build core-image-base + hello-world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Boot in QEMU, verify your addition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7.  Common errors and quick fixes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Step 1 — Verify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Confirm everyone's environment is functional before we change anything.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Open a terminal in your Ubuntu VM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Source the build environment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cd ~/yocto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source poky/oe-init-build-env build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Confirm you can see layers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bitbake-layers show-layers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Confirm the pre-built image is present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ls tmp/deploy/images/qemux86-64/ | head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Boot it in QEMU to confirm everything works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runqemu qemux86-64 nographic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(Press Ctrl+A then X to exit QEMU)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Step 2 — Walk Through the Build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Knowing where things live saves hours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~/yocto/build/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conf/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├── local.conf            # Your settings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├── bblayers.conf         # Which layers are active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└── templateconf.cfg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tmp/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├── work/                 # All build artifacts per recipe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├── sysroots-components/  # Cross-compiled sysroot pieces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├── deploy/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│   ├── images/&lt;MACHINE&gt;/ # Final bootable artifacts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│   ├── ipk/ or deb/ or rpm/  # Packages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│   └── licenses/         # License manifests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├── cache/                # Parsing cache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   └── stamps/               # Per-task completion markers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sstate-cache/             # Cached task outputs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└── downloads/                # Source tarballs (DL_DIR)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Step 3 — Create Your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meta-trainerdemo — our home for everything we'll add in class.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2926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2926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From the build directory, with env sourced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bitbake-layers create-layer ../meta-trainerdemo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Add it to your build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bitbake-layers add-layer ../meta-trainerdemo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Confirm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bitbake-layers show-layers | tail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Look at the skeleton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tree ../meta-trainerdemo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Expected layer structure after creation: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meta-trainerdemo/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├── conf/layer.conf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├── COPYING.MIT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├── README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└── recipes-example/example/example_0.1.bb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Step 4 — Add Hello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Smallest possible recipe — a script that prints a greeting.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Create the recipe directory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mkdir -p ../meta-trainerdemo/recipes-trainergw/hello/files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Create the source script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&gt; ../meta-trainerdemo/recipes-trainergw/hello/files/hello-trainergw &lt;&lt;'EOF'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#!/bin/sh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"Hello from TrainerGW!"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EOF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Create the recipe file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&gt; ../meta-trainerdemo/recipes-trainergw/hello/hello-trainergw_1.0.bb &lt;&lt;'EOF'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SUMMARY = "Tiny hello-world for trainergw"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LICENSE = "MIT"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LIC_FILES_CHKSUM = "file://${COMMON_LICENSE_DIR}/MIT;md5=0835ade698e0bcf8506ecda2f7b4f302"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SRC_URI = "file://hello-trainergw"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do_install()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install -d ${D}${bindir}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install -m 0755 ${WORKDIR}/hello-trainergw ${D}${bindir}/hello-trainergw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EOF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Step 5 — Build and Include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Add the package to the image and rebuild.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36576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Tell the image to include our package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echo 'IMAGE_INSTALL:append = " hello-trainergw"' &gt;&gt; conf/local.conf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Build just the recipe to confirm it parses and compiles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Rebuild the image (sstate will skip everything else)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core-image-base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When build finishes: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tmp/deploy/images/qemux86-64/ | grep ext4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tmp/deploy/ipk/all/ | grep hello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77840"/>
            <a:ext cx="1051560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300" b="1">
                <a:solidFill>
                  <a:srgbClr val="663399"/>
                </a:solidFill>
                <a:latin typeface="Calibri"/>
              </a:rPr>
              <a:t>First-time addition of a recipe will be fast — most of core-image-base is cached in sstate.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Step 6 — Boot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Boot the new image in QEMU, confirm hello-trainergw runs.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3931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393192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Boot the image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runqemu qemux86-64 nographic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At the login prompt: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  Poky (Yocto Project Reference Distro) ...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  qemux86-64 login: root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  (no password)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Once logged in: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which hello-trainergw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hello-trainergw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You should see: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  Hello from TrainerGW!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Cleanly shut down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poweroff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852160"/>
            <a:ext cx="10515600" cy="45720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400" b="1">
                <a:solidFill>
                  <a:srgbClr val="663399"/>
                </a:solidFill>
                <a:latin typeface="Calibri"/>
              </a:rPr>
              <a:t>Congratulations — you have built a Yocto image with your own custom package.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Common Errors and Quick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you might hit and how to recover.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Parse error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BitBake won't even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84048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Symptoms: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ERROR: ParseError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ERROR: Unable to find file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Cause: typo, wrong path, missing colon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Fix: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bitbake-layers show-layers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Check filename matches PN_PV.bb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Run: bitbake -p (parse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Fetch failure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Network or URL issue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84048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Symptoms: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ERROR: Failed to fetch URL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Cause: network, wrong checksum, source moved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Fix: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Check internet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Re-run: bitbake foo -c fetch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bitbake -c cleansstate foo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Then retry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FILES mismatch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do_package warning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84048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Symptoms: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WARNING: files installed but not shipped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Cause: do_install put files outside FILES default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Fix: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FILES:${PN} += "/etc/myapp/*"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Re-run: bitbake foo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You built and booted a Yocto image with your own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All the rest of the course just extends this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meta-trainerdemo is your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Every customization you'll do this week lives in this one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The pattern: layer → recipe → IMAGE_INSTALL → bitbake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Memorize that flow — it's 80% of practical Yocto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sstate makes incremental rebuilds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Adding a package to an image takes minutes, not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Errors have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Parse, fetch, FILES, sstate — most failures match one of these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Day 1 recap and Day 2 preview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