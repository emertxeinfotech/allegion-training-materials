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  <p:sldId id="1015" r:id="rId26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BitBake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1 • Session 6 • 75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Tasks, execution, variables, overrides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BitBake's job — parse, plan, execute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The standard task chain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Variables — assignment operators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Overrides — how Yocto picks variants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Configuration files: local.conf, bblayers.conf, distro/machine config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Useful inspection commands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BitBake's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phases for every build.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Parse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Read 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7490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Reads: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.bb (recipes)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.bbclass (classes)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.conf (configuration)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.inc (includes)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Output: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 dependency database of all recipes, variables,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Plan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Build task graph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7490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Resolves: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Build-time dependencies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Runtime dependencies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Variants and overrides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Output: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An ordered task graph; sstate is consulted to skip already-built tasks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Execute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Run tasks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7490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Runs: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Tasks in parallel where possible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Honoring BB_NUMBER_THREADS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Per task: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Run task function, hash inputs, write outputs, cache in sstate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The Standard Task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Every software recipe runs roughly this sequence.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do_fetch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Get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394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do_unpack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394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Extract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840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840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Apply patches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287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do_configure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287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Configure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do_compile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Compile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51800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1800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Install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6266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Package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0731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do_image*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0731" y="2788920"/>
            <a:ext cx="138874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Build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Useful inspection commands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069080"/>
            <a:ext cx="10515600" cy="2286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069080"/>
            <a:ext cx="73152" cy="2286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160520"/>
            <a:ext cx="1024128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List all tasks for a recipe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listtasks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Run a specific task (and its dependencies)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compile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Force re-run a task even if cached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compile -f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Drop into a shell with the build env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devshell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Variable Assignment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Where most 'why didn't my override take effect?' confusion lives.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2062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20624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023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Basic assignment — last one wins; expanded lazily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 = "value"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Default — only set if not already set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 ?= "default"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Weak default — only set if no other ?= or = has been seen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 ??= "weakdefault"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Immediate assignment — expand RHS at parse time, freeze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 := "now"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Append with a space (newer syntax)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FOO:append = " more"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Prepend with a space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FOO:prepend = "first 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Append/prepend evaluated late (after overrides)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FOO += "appended"   # also appends, evaluated at parse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6080760"/>
            <a:ext cx="10515600" cy="32004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:append vs +=  — the rule: :append happens AFTER overrides, += happens at parse time. When in doubt, prefer :append.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Overrides — How Yocto Picks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Same variable, different value based on machine / distro / class.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OVERRIDES is a colon-separated list of contexts</a:t>
            </a:r>
          </a:p>
          <a:p>
            <a:pPr>
              <a:spcAft>
                <a:spcPts val="1000"/>
              </a:spcAft>
            </a:pPr>
            <a:r>
              <a:rPr sz="1100" b="0" i="0">
                <a:solidFill>
                  <a:srgbClr val="333333"/>
                </a:solidFill>
                <a:latin typeface="Consolas"/>
              </a:rPr>
              <a:t>Default value:  OVERRIDES = "${TUNE_PKGARCH}:${MACHINEOVERRIDES}:${DISTROOVERRIDES}:class-${CLASSOVERRIDE}"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Use override-suffixed variables to set values per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657600"/>
            <a:ext cx="10515600" cy="27432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73152" cy="27432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24128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Same variable, set differently per machine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EXTRA_OECONF = "--enable-foo"                       # default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EXTRA_OECONF:raspberrypi4-64 = "--enable-foo --with-gpu"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EXTRA_OECONF:qemux86-64 = "--enable-foo --without-gpu"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 distro feature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PACKAGECONFIG:append = " systemd"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Per class (e.g., for native builds vs target)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CFLAGS:class-native = "-O0 -g"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Configuration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layers of config, applied in order.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local.conf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Your personal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build/conf/local.conf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Settings you tune yourself: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MACHINE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DISTRO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SSTATE_DIR, DL_DIR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BB_NUMBER_THREADS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PACKAGE_CLASSES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EXTRA_IMAGE_FEATURES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Not checked in to your product repo — per developer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distro/*.conf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Distro policy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meta-yourdistro/conf/distro/yourdistro.conf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Settings that apply to your distro: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DISTRO_FEATURES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INIT_MANAGER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PACKAGE_CLASSES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LICENSE policy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Checked in to your meta-distro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machine/*.conf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Hardware specifics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meta-yourbsp/conf/machine/yourboard.conf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Settings tied to hardware: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PREFERRED_PROVIDER for kernel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KERNEL_DEVICETREE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MACHINE_FEATURES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Boot args, image format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Provided by BSP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17220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Order of application: machine.conf → distro.conf → local.conf. Later files can override earlier.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Inspection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Commands you will run constantly to understand what BitBake is doing.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the fully expanded environment for a recipe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-e busybox &gt; busybox.env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less busybox.env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the task graph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-g core-image-base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-g -u taskexp core-image-base    # interactive viewer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the layers in use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bitbake-layers show-layers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bitbake-layers show-recipes busybox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bitbake-layers show-overlayed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what's different between two task signatures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bitbake-diffsigs old.sig new.sig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a recipe's dependencies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-g busybox -u depgraph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BitBake parses, plans, executes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Three phases — understand them and most errors are easier to diagnose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The task chain is fetch → unpack → patch → configure → compile → install → package →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Every recipe follows this skeleton; classes add the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Variable operators 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:= immediate, ?= default, ??= weak default, :append after overrides, += at parse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Overrides let one variable have many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OVERRIDES list defines contexts; var:context = value applies per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config files: local, distro, machine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Layered application — machine first, then distro, then your local overrides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Build environment setup hands-on (120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