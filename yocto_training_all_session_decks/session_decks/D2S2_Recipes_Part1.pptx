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1007" r:id="rId18"/>
    <p:sldId id="1008" r:id="rId19"/>
    <p:sldId id="1009" r:id="rId20"/>
    <p:sldId id="1010" r:id="rId21"/>
    <p:sldId id="1011" r:id="rId22"/>
    <p:sldId id="1012" r:id="rId23"/>
    <p:sldId id="1013" r:id="rId24"/>
    <p:sldId id="1014" r:id="rId25"/>
    <p:sldId id="1015" r:id="rId26"/>
    <p:sldId id="1016" r:id="rId27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92" d="100"/>
          <a:sy n="92" d="100"/>
        </p:scale>
        <p:origin x="1110" y="306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microsoft.com/office/2016/11/relationships/changesInfo" Target="changesInfos/changesInfo1.xml"/><Relationship Id="rId17" Type="http://schemas.microsoft.com/office/2015/10/relationships/revisionInfo" Target="revisionInfo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Recipes —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 i="1">
                <a:solidFill>
                  <a:srgbClr val="FFFFFF"/>
                </a:solidFill>
                <a:latin typeface="Calibri"/>
              </a:rPr>
              <a:t>Day 2 • Session 2 • 75 minutes</a:t>
            </a:r>
          </a:p>
          <a:p>
            <a:r>
              <a:rPr sz="1800">
                <a:solidFill>
                  <a:srgbClr val="FFFFFF"/>
                </a:solidFill>
                <a:latin typeface="Calibri"/>
              </a:rPr>
              <a:t>Workspace files and recipe anatomy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Workspace files: local.conf, bblayers.conf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Distro and machine config files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Anatomy of a recipe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SRC_URI — fetching source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Patches and SRC_URI checksums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do_install and FILES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RDEPENDS and DEPENDS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Workspace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Three config files that shape your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38912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38912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build/conf/local.conf      # YOUR personal settings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MACHINE = "qemux86-64"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DISTRO = "poky"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PACKAGE_CLASSES = "package_ipk"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DL_DIR = "${HOME}/yocto/downloads"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SSTATE_DIR = "${HOME}/yocto/sstate-cache"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BB_NUMBER_THREADS = "4"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EXTRA_IMAGE_FEATURES = "debug-tweaks ssh-server-openssh"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build/conf/bblayers.conf   # Which layers are active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BBLAYERS = "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${TOPDIR}/../poky/meta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${TOPDIR}/../poky/meta-poky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${TOPDIR}/../meta-openembedded/meta-oe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${TOPDIR}/../meta-trainerdemo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Distro and Machine Configs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Where reusable policy and hardware settings live.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Distro config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Location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meta-yourdistro/conf/distro/yourdistro.conf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CC0066"/>
                </a:solidFill>
                <a:latin typeface="Calibri"/>
              </a:rPr>
              <a:t>Typical settings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DISTRO_NAME = "YourDistro"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DISTRO_VERSION = "1.0"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DISTRO_FEATURES += "wifi bluetooth"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INIT_MANAGER = "systemd"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INCOMPATIBLE_LICENSE = "GPL-3.0*"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Machine config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Location</a:t>
            </a:r>
          </a:p>
          <a:p>
            <a:pPr>
              <a:spcAft>
                <a:spcPts val="10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meta-yourbsp/conf/machine/yourboard.conf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663399"/>
                </a:solidFill>
                <a:latin typeface="Calibri"/>
              </a:rPr>
              <a:t>Typical settings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require conf/machine/include/arm-v8a.inc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PREFERRED_PROVIDER_virtual/kernel = "linux-yocto"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KERNEL_DEVICETREE = "vendor/yourboard.dtb"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MACHINE_FEATURES += "usbhost wifi"</a:t>
            </a:r>
          </a:p>
          <a:p>
            <a:pPr>
              <a:spcAft>
                <a:spcPts val="400"/>
              </a:spcAft>
            </a:pPr>
            <a:r>
              <a:rPr sz="1000" b="0" i="0">
                <a:solidFill>
                  <a:srgbClr val="333333"/>
                </a:solidFill>
                <a:latin typeface="Consolas"/>
              </a:rPr>
              <a:t>IMAGE_FSTYPES += "wic.bz2"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Anatomy of a Recipe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Every recipe has the same skeleton. Memorize the parts.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Required metadata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SUMMARY = "Short one-line description"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DESCRIPTION = "Longer description if useful"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HOMEPAGE = "https://example.com/project"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LICENSE = "MIT"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LIC_FILES_CHKSUM = "file://LICENSE;md5=..."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Source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"https://example.com/project-${PV}.tar.gz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       file://fix-build.patch"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SRC_URI[sha256sum] = "abc123..."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Where the extracted source lives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 = "${WORKDIR}/${BPN}-${PV}"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Inherit common build patterns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inherit autotools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Dependencies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DEPENDS = "openssl zlib"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RDEPENDS:${PN} = "ca-certificates"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SRC_URI — Fetching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BitBake's fetcher knows many protocols.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HTTP/HTTPS tarball (most common)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"https://example.com/proj-${PV}.tar.bz2"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Git repository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"git://github.com/foo/bar.git;branch=main"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SRCREV = "abc123def456..."  # exact commit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PV = "1.0+git${SRCPV}"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Local file (relative to recipe directory)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"file://my-script.sh"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Mixed sources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"git://github.com/foo/bar.git;branch=main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       file://0001-fix-build.patch \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       file://config.h"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SSH-backed git (corporate)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SRC_URI = "git://git@gitlab.company.com/team/proj.git;protocol=ssh;branch=main"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Patches and Checksums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Apply changes upstream-style; verify what you fetched.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4480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Patches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Files added to SRC_URI ending in .patch are auto-applied at do_patch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Naming convention: 0001-fix-build.patch, 0002-add-feature.patch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Generated by 'git format-patch' upstream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Checksums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Required for any HTTP/HTTPS source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sha256sum is the modern choice</a:t>
            </a:r>
          </a:p>
          <a:p>
            <a:pPr>
              <a:spcAft>
                <a:spcPts val="1000"/>
              </a:spcAft>
            </a:pPr>
            <a:r>
              <a:rPr sz="1300" b="0" i="0">
                <a:solidFill>
                  <a:srgbClr val="333333"/>
                </a:solidFill>
                <a:latin typeface="Calibri"/>
              </a:rPr>
              <a:t>• If you change SRC_URI without updating the checksum, build fails immediately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663399"/>
                </a:solidFill>
                <a:latin typeface="Calibri"/>
              </a:rPr>
              <a:t>Pro tip</a:t>
            </a:r>
          </a:p>
          <a:p>
            <a:pPr>
              <a:spcAft>
                <a:spcPts val="400"/>
              </a:spcAft>
            </a:pPr>
            <a:r>
              <a:rPr sz="1300" b="0" i="0">
                <a:solidFill>
                  <a:srgbClr val="333333"/>
                </a:solidFill>
                <a:latin typeface="Consolas"/>
              </a:rPr>
              <a:t>If you have a tarball, get its sha256 with:  sha256sum file.tar.gz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do_install and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Where you decide what ships in the final package.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do_install runs after do_compile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It populates ${D} (a fake root) with what the package should ship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do_install() {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-d ${D}${bindir}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-m 0755 ${B}/myapp ${D}${bindir}/myapp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-d ${D}${sysconfdir}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-m 0644 ${WORKDIR}/myapp.conf ${D}${sysconfdir}/myapp.conf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-d ${D}${systemd_unitdir}/system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   install -m 0644 ${WORKDIR}/myapp.service ${D}${systemd_unitdir}/system/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FILES tells the packager what to include in each package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FILES:${PN} = "${bindir}/myapp ${sysconfdir}/myapp.conf"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FILES:${PN} += "${systemd_unitdir}/system/myapp.service"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QA will WARN if files in ${D} are not listed in any FILES variable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CC0066"/>
                </a:solidFill>
                <a:latin typeface="Calibri"/>
              </a:rPr>
              <a:t>DEPENDS vs RDEPENDS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Two flavors of dependencies. Getting them right is critical.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DEPENDS (build-time)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'I need this to compile.'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Resolved before do_compile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Names are recipe BPN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Pulls headers + libs into sysroot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CC0066"/>
                </a:solidFill>
                <a:latin typeface="Calibri"/>
              </a:rPr>
              <a:t>Example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DEPENDS = "openssl zlib glib-2.0"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333333"/>
                </a:solidFill>
                <a:latin typeface="Calibri"/>
              </a:rPr>
              <a:t>These don't ship; their dev headers do.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RDEPENDS (runtime)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3794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333333"/>
                </a:solidFill>
                <a:latin typeface="Calibri"/>
              </a:rPr>
              <a:t>'My package needs this on the device.'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Resolved at packaging time</a:t>
            </a:r>
          </a:p>
          <a:p>
            <a:pPr>
              <a:spcAft>
                <a:spcPts val="4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Names are package PN</a:t>
            </a:r>
          </a:p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Calibri"/>
              </a:rPr>
              <a:t>• Pulls runtime packages into rootfs</a:t>
            </a:r>
          </a:p>
          <a:p>
            <a:pPr>
              <a:spcAft>
                <a:spcPts val="400"/>
              </a:spcAft>
            </a:pPr>
            <a:r>
              <a:rPr sz="1200" b="1" i="0">
                <a:solidFill>
                  <a:srgbClr val="663399"/>
                </a:solidFill>
                <a:latin typeface="Calibri"/>
              </a:rPr>
              <a:t>Example</a:t>
            </a:r>
          </a:p>
          <a:p>
            <a:pPr>
              <a:spcAft>
                <a:spcPts val="800"/>
              </a:spcAft>
            </a:pPr>
            <a:r>
              <a:rPr sz="1100" b="0" i="0">
                <a:solidFill>
                  <a:srgbClr val="333333"/>
                </a:solidFill>
                <a:latin typeface="Consolas"/>
              </a:rPr>
              <a:t>RDEPENDS:${PN} = "python3-core nginx"</a:t>
            </a:r>
          </a:p>
          <a:p>
            <a:pPr>
              <a:spcAft>
                <a:spcPts val="400"/>
              </a:spcAft>
            </a:pPr>
            <a:r>
              <a:rPr sz="1100" b="0" i="1">
                <a:solidFill>
                  <a:srgbClr val="333333"/>
                </a:solidFill>
                <a:latin typeface="Calibri"/>
              </a:rPr>
              <a:t>Without it, your package installs but fails at runtime.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6035040"/>
            <a:ext cx="10515600" cy="36576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wrap="square"/>
          <a:lstStyle/>
          <a:p>
            <a:pPr algn="l"/>
            <a:r>
              <a:rPr sz="1300" b="1">
                <a:solidFill>
                  <a:srgbClr val="663399"/>
                </a:solidFill>
                <a:latin typeface="Calibri"/>
              </a:rPr>
              <a:t>90% of 'works on host, fails on target' bugs trace to missing RDEPENDS.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663399"/>
                </a:solidFill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local.conf, bblayers.conf are your build cockpit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Distro and machine configs are reusable policy + hardware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Every recipe has the same skeleton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Metadata, SRC_URI, S, dependencies, do_install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SRC_URI fetches; SRC_URI[sha256sum] verifies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Multiple sources can be combined; patches apply automatically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do_install populates ${D}; FILES decides what 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Mismatch produces QA warnings — read them, don't ignore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DEPENDS = build; RDEPENDS = runtime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Both are needed for a properly functioning shipped binary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ctr"/>
            <a:r>
              <a:rPr sz="1400" b="1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>
                <a:solidFill>
                  <a:srgbClr val="333333"/>
                </a:solidFill>
                <a:latin typeface="Calibri"/>
              </a:rPr>
              <a:t>Recipes — Part 2 (60 min) — packaging and image composition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88</Words>
  <Application>Microsoft Office PowerPoint</Application>
  <PresentationFormat>Widescreen</PresentationFormat>
  <Paragraphs>16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Gothic</vt:lpstr>
      <vt:lpstr>Trebuchet MS</vt:lpstr>
      <vt:lpstr>Wingdings</vt:lpstr>
      <vt:lpstr>Office Theme</vt:lpstr>
      <vt:lpstr>Main Title &amp; Subtitle </vt:lpstr>
      <vt:lpstr>Agenda Slide</vt:lpstr>
      <vt:lpstr>Subsection - Slide</vt:lpstr>
      <vt:lpstr>Slide Title</vt:lpstr>
      <vt:lpstr>Stay connected</vt:lpstr>
      <vt:lpstr>PowerPoint Presentation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Jayakumar Balasubramanian</cp:lastModifiedBy>
  <cp:revision>686</cp:revision>
  <dcterms:created xsi:type="dcterms:W3CDTF">2013-11-03T09:32:00Z</dcterms:created>
  <dcterms:modified xsi:type="dcterms:W3CDTF">2025-07-13T07:41:11Z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