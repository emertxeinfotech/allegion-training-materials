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12"/>
  </p:notesMasterIdLst>
  <p:handoutMasterIdLst>
    <p:handoutMasterId r:id="rId13"/>
  </p:handoutMasterIdLst>
  <p:sldIdLst>
    <p:sldId id="1007" r:id="rId2"/>
    <p:sldId id="1008" r:id="rId3"/>
    <p:sldId id="1009" r:id="rId4"/>
    <p:sldId id="1010" r:id="rId5"/>
    <p:sldId id="1011" r:id="rId6"/>
    <p:sldId id="1012" r:id="rId7"/>
    <p:sldId id="1013" r:id="rId8"/>
    <p:sldId id="1014" r:id="rId9"/>
    <p:sldId id="1015" r:id="rId10"/>
    <p:sldId id="1016" r:id="rId11"/>
  </p:sldIdLst>
  <p:sldSz cx="12192000" cy="6858000"/>
  <p:notesSz cx="6858000" cy="9144000"/>
  <p:custDataLst>
    <p:tags r:id="rId14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65" d="100"/>
          <a:sy n="65" d="100"/>
        </p:scale>
        <p:origin x="640" y="52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handoutMaster" Target="handoutMasters/handoutMaster1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gs" Target="tags/tag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6/10/2026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 dirty="0">
                <a:solidFill>
                  <a:srgbClr val="FFFFFF"/>
                </a:solidFill>
                <a:latin typeface="Calibri"/>
              </a:rPr>
              <a:t>Recipes</a:t>
            </a:r>
            <a:r>
              <a:rPr lang="en-IN" sz="4400" b="1">
                <a:solidFill>
                  <a:srgbClr val="FFFFFF"/>
                </a:solidFill>
                <a:latin typeface="Calibri"/>
              </a:rPr>
              <a:t>:</a:t>
            </a:r>
            <a:r>
              <a:rPr sz="4400" b="1">
                <a:solidFill>
                  <a:srgbClr val="FFFFFF"/>
                </a:solidFill>
                <a:latin typeface="Calibri"/>
              </a:rPr>
              <a:t> Part 1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sz="1800" dirty="0">
                <a:solidFill>
                  <a:srgbClr val="FFFFFF"/>
                </a:solidFill>
                <a:latin typeface="Calibri"/>
              </a:rPr>
              <a:t>Workspace files and recipe anatomy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Workspace files: local.conf, bblayers.conf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Distro and machine config files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Anatomy of a recipe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SRC_URI — fetching source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Patches and SRC_URI checksums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do_install and FILES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7.  RDEPENDS and DEPENDS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Workspace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Three config files that shape your build.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38912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38912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03187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build/conf/local.conf      # YOUR personal settings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 MACHINE = "qemux86-64"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 DISTRO = "poky"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 PACKAGE_CLASSES = "package_ipk"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 DL_DIR = "${HOME}/yocto/downloads"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 SSTATE_DIR = "${HOME}/yocto/sstate-cache"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 BB_NUMBER_THREADS = "4"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 EXTRA_IMAGE_FEATURES = "debug-tweaks ssh-server-openssh"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build/conf/bblayers.conf   # Which layers are active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 BBLAYERS = " \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   ${TOPDIR}/../poky/meta \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   ${TOPDIR}/../poky/meta-poky \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   ${TOPDIR}/../meta-openembedded/meta-oe \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   ${TOPDIR}/../meta-trainerdemo \</a:t>
            </a:r>
          </a:p>
          <a:p>
            <a:pPr>
              <a:spcAft>
                <a:spcPts val="0"/>
              </a:spcAft>
            </a:pPr>
            <a:r>
              <a:rPr sz="1600">
                <a:solidFill>
                  <a:srgbClr val="2D2D2D"/>
                </a:solidFill>
                <a:latin typeface="Consolas"/>
              </a:rPr>
              <a:t>  "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Distro and Machine Configs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3855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 i="1" dirty="0">
                <a:solidFill>
                  <a:srgbClr val="666666"/>
                </a:solidFill>
                <a:latin typeface="Calibri"/>
              </a:rPr>
              <a:t>Where reusable policy and hardware settings live.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5120640" cy="45720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CC0066"/>
                </a:solidFill>
                <a:latin typeface="Calibri"/>
              </a:rPr>
              <a:t>Distro config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68880"/>
            <a:ext cx="4937760" cy="246734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Location</a:t>
            </a:r>
            <a:endParaRPr b="1" i="0" dirty="0">
              <a:solidFill>
                <a:srgbClr val="CC0066"/>
              </a:solidFill>
              <a:latin typeface="Calibri"/>
            </a:endParaRP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onsolas"/>
              </a:rPr>
              <a:t>meta-</a:t>
            </a:r>
            <a:r>
              <a:rPr sz="1600" b="0" i="0" dirty="0" err="1">
                <a:solidFill>
                  <a:srgbClr val="333333"/>
                </a:solidFill>
                <a:latin typeface="Consolas"/>
              </a:rPr>
              <a:t>yourdistro</a:t>
            </a:r>
            <a:r>
              <a:rPr sz="1600" b="0" i="0" dirty="0">
                <a:solidFill>
                  <a:srgbClr val="333333"/>
                </a:solidFill>
                <a:latin typeface="Consolas"/>
              </a:rPr>
              <a:t>/conf/distro/</a:t>
            </a:r>
            <a:r>
              <a:rPr sz="1600" b="0" i="0" dirty="0" err="1">
                <a:solidFill>
                  <a:srgbClr val="333333"/>
                </a:solidFill>
                <a:latin typeface="Consolas"/>
              </a:rPr>
              <a:t>yourdistro.conf</a:t>
            </a:r>
            <a:endParaRPr sz="1600" b="0" i="0" dirty="0">
              <a:solidFill>
                <a:srgbClr val="333333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CC0066"/>
                </a:solidFill>
                <a:latin typeface="Calibri"/>
              </a:rPr>
              <a:t>Typical settings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333333"/>
                </a:solidFill>
                <a:latin typeface="Consolas"/>
              </a:rPr>
              <a:t>DISTRO_NAME = "</a:t>
            </a:r>
            <a:r>
              <a:rPr sz="1400" b="0" i="0" dirty="0" err="1">
                <a:solidFill>
                  <a:srgbClr val="333333"/>
                </a:solidFill>
                <a:latin typeface="Consolas"/>
              </a:rPr>
              <a:t>YourDistro</a:t>
            </a:r>
            <a:r>
              <a:rPr sz="1400" b="0" i="0" dirty="0">
                <a:solidFill>
                  <a:srgbClr val="333333"/>
                </a:solidFill>
                <a:latin typeface="Consolas"/>
              </a:rPr>
              <a:t>"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333333"/>
                </a:solidFill>
                <a:latin typeface="Consolas"/>
              </a:rPr>
              <a:t>DISTRO_VERSION = "1.0"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333333"/>
                </a:solidFill>
                <a:latin typeface="Consolas"/>
              </a:rPr>
              <a:t>DISTRO_FEATURES += "</a:t>
            </a:r>
            <a:r>
              <a:rPr sz="1400" b="0" i="0" dirty="0" err="1">
                <a:solidFill>
                  <a:srgbClr val="333333"/>
                </a:solidFill>
                <a:latin typeface="Consolas"/>
              </a:rPr>
              <a:t>wifi</a:t>
            </a:r>
            <a:r>
              <a:rPr sz="1400" b="0" i="0" dirty="0">
                <a:solidFill>
                  <a:srgbClr val="333333"/>
                </a:solidFill>
                <a:latin typeface="Consolas"/>
              </a:rPr>
              <a:t> </a:t>
            </a:r>
            <a:r>
              <a:rPr sz="1400" b="0" i="0" dirty="0" err="1">
                <a:solidFill>
                  <a:srgbClr val="333333"/>
                </a:solidFill>
                <a:latin typeface="Consolas"/>
              </a:rPr>
              <a:t>bluetooth</a:t>
            </a:r>
            <a:r>
              <a:rPr sz="1400" b="0" i="0" dirty="0">
                <a:solidFill>
                  <a:srgbClr val="333333"/>
                </a:solidFill>
                <a:latin typeface="Consolas"/>
              </a:rPr>
              <a:t>"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333333"/>
                </a:solidFill>
                <a:latin typeface="Consolas"/>
              </a:rPr>
              <a:t>INIT_MANAGER = "</a:t>
            </a:r>
            <a:r>
              <a:rPr sz="1400" b="0" i="0" dirty="0" err="1">
                <a:solidFill>
                  <a:srgbClr val="333333"/>
                </a:solidFill>
                <a:latin typeface="Consolas"/>
              </a:rPr>
              <a:t>systemd</a:t>
            </a:r>
            <a:r>
              <a:rPr sz="1400" b="0" i="0" dirty="0">
                <a:solidFill>
                  <a:srgbClr val="333333"/>
                </a:solidFill>
                <a:latin typeface="Consolas"/>
              </a:rPr>
              <a:t>"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333333"/>
                </a:solidFill>
                <a:latin typeface="Consolas"/>
              </a:rPr>
              <a:t>INCOMPATIBLE_LICENSE = "GPL-3.0*"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120640" cy="45720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63399"/>
                </a:solidFill>
                <a:latin typeface="Calibri"/>
              </a:rPr>
              <a:t>Machine config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468880"/>
            <a:ext cx="4937760" cy="246734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663399"/>
                </a:solidFill>
                <a:latin typeface="Calibri"/>
              </a:rPr>
              <a:t>Location</a:t>
            </a:r>
          </a:p>
          <a:p>
            <a:pPr>
              <a:spcAft>
                <a:spcPts val="1000"/>
              </a:spcAft>
            </a:pPr>
            <a:r>
              <a:rPr sz="1600" b="0" i="0" dirty="0">
                <a:solidFill>
                  <a:srgbClr val="333333"/>
                </a:solidFill>
                <a:latin typeface="Consolas"/>
              </a:rPr>
              <a:t>meta-</a:t>
            </a:r>
            <a:r>
              <a:rPr sz="1600" b="0" i="0" dirty="0" err="1">
                <a:solidFill>
                  <a:srgbClr val="333333"/>
                </a:solidFill>
                <a:latin typeface="Consolas"/>
              </a:rPr>
              <a:t>yourbsp</a:t>
            </a:r>
            <a:r>
              <a:rPr sz="1600" b="0" i="0" dirty="0">
                <a:solidFill>
                  <a:srgbClr val="333333"/>
                </a:solidFill>
                <a:latin typeface="Consolas"/>
              </a:rPr>
              <a:t>/conf/machine/</a:t>
            </a:r>
            <a:r>
              <a:rPr sz="1600" b="0" i="0" dirty="0" err="1">
                <a:solidFill>
                  <a:srgbClr val="333333"/>
                </a:solidFill>
                <a:latin typeface="Consolas"/>
              </a:rPr>
              <a:t>yourboard.conf</a:t>
            </a:r>
            <a:endParaRPr sz="1600" b="0" i="0" dirty="0">
              <a:solidFill>
                <a:srgbClr val="333333"/>
              </a:solidFill>
              <a:latin typeface="Consolas"/>
            </a:endParaRPr>
          </a:p>
          <a:p>
            <a:pPr>
              <a:spcAft>
                <a:spcPts val="400"/>
              </a:spcAft>
            </a:pPr>
            <a:r>
              <a:rPr sz="2000" b="1" i="0" dirty="0">
                <a:solidFill>
                  <a:srgbClr val="663399"/>
                </a:solidFill>
                <a:latin typeface="Calibri"/>
              </a:rPr>
              <a:t>Typical settings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333333"/>
                </a:solidFill>
                <a:latin typeface="Consolas"/>
              </a:rPr>
              <a:t>require conf/machine/include/arm-v8a.inc</a:t>
            </a:r>
          </a:p>
          <a:p>
            <a:pPr>
              <a:spcAft>
                <a:spcPts val="400"/>
              </a:spcAft>
            </a:pPr>
            <a:r>
              <a:rPr sz="1400" b="0" i="0" dirty="0" err="1">
                <a:solidFill>
                  <a:srgbClr val="333333"/>
                </a:solidFill>
                <a:latin typeface="Consolas"/>
              </a:rPr>
              <a:t>PREFERRED_PROVIDER_virtual</a:t>
            </a:r>
            <a:r>
              <a:rPr sz="1400" b="0" i="0" dirty="0">
                <a:solidFill>
                  <a:srgbClr val="333333"/>
                </a:solidFill>
                <a:latin typeface="Consolas"/>
              </a:rPr>
              <a:t>/kernel = "</a:t>
            </a:r>
            <a:r>
              <a:rPr sz="1400" b="0" i="0" dirty="0" err="1">
                <a:solidFill>
                  <a:srgbClr val="333333"/>
                </a:solidFill>
                <a:latin typeface="Consolas"/>
              </a:rPr>
              <a:t>linux-yocto</a:t>
            </a:r>
            <a:r>
              <a:rPr sz="1400" b="0" i="0" dirty="0">
                <a:solidFill>
                  <a:srgbClr val="333333"/>
                </a:solidFill>
                <a:latin typeface="Consolas"/>
              </a:rPr>
              <a:t>"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333333"/>
                </a:solidFill>
                <a:latin typeface="Consolas"/>
              </a:rPr>
              <a:t>KERNEL_DEVICETREE = "vendor/</a:t>
            </a:r>
            <a:r>
              <a:rPr sz="1400" b="0" i="0" dirty="0" err="1">
                <a:solidFill>
                  <a:srgbClr val="333333"/>
                </a:solidFill>
                <a:latin typeface="Consolas"/>
              </a:rPr>
              <a:t>yourboard.dtb</a:t>
            </a:r>
            <a:r>
              <a:rPr sz="1400" b="0" i="0" dirty="0">
                <a:solidFill>
                  <a:srgbClr val="333333"/>
                </a:solidFill>
                <a:latin typeface="Consolas"/>
              </a:rPr>
              <a:t>"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333333"/>
                </a:solidFill>
                <a:latin typeface="Consolas"/>
              </a:rPr>
              <a:t>MACHINE_FEATURES += "</a:t>
            </a:r>
            <a:r>
              <a:rPr sz="1400" b="0" i="0" dirty="0" err="1">
                <a:solidFill>
                  <a:srgbClr val="333333"/>
                </a:solidFill>
                <a:latin typeface="Consolas"/>
              </a:rPr>
              <a:t>usbhost</a:t>
            </a:r>
            <a:r>
              <a:rPr sz="1400" b="0" i="0" dirty="0">
                <a:solidFill>
                  <a:srgbClr val="333333"/>
                </a:solidFill>
                <a:latin typeface="Consolas"/>
              </a:rPr>
              <a:t> </a:t>
            </a:r>
            <a:r>
              <a:rPr sz="1400" b="0" i="0" dirty="0" err="1">
                <a:solidFill>
                  <a:srgbClr val="333333"/>
                </a:solidFill>
                <a:latin typeface="Consolas"/>
              </a:rPr>
              <a:t>wifi</a:t>
            </a:r>
            <a:r>
              <a:rPr sz="1400" b="0" i="0" dirty="0">
                <a:solidFill>
                  <a:srgbClr val="333333"/>
                </a:solidFill>
                <a:latin typeface="Consolas"/>
              </a:rPr>
              <a:t>"</a:t>
            </a:r>
          </a:p>
          <a:p>
            <a:pPr>
              <a:spcAft>
                <a:spcPts val="400"/>
              </a:spcAft>
            </a:pPr>
            <a:r>
              <a:rPr sz="1400" b="0" i="0" dirty="0">
                <a:solidFill>
                  <a:srgbClr val="333333"/>
                </a:solidFill>
                <a:latin typeface="Consolas"/>
              </a:rPr>
              <a:t>IMAGE_FSTYPES += "wic.bz2"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Anatomy of a Recipe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Every recipe has the same skeleton. Memorize the parts.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127760" y="1783080"/>
            <a:ext cx="10241280" cy="46166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Required metadata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SUMMARY = "Short one-line description"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DESCRIPTION = "Longer description if useful"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HOMEPAGE = "https://example.com/project"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LICENSE = "MIT"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LIC_FILES_CHKSUM = "file://LICENSE;md5=..."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Source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SRC_URI = "https://example.com/project-${PV}.tar.gz \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          file://fix-build.patch"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SRC_URI[sha256sum] = "abc123..."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Where the extracted source lives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S = "${WORKDIR}/${BPN}-${PV}"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Inherit common build patterns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inherit autotools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Dependencies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DEPENDS = "openssl zlib"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RDEPENDS:${PN} = "ca-certificates"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SRC_URI</a:t>
            </a:r>
            <a:r>
              <a:rPr lang="en-IN" sz="3200" b="1" dirty="0">
                <a:latin typeface="Calibri"/>
              </a:rPr>
              <a:t>:</a:t>
            </a:r>
            <a:r>
              <a:rPr sz="3200" b="1" dirty="0">
                <a:latin typeface="Calibri"/>
              </a:rPr>
              <a:t> Fetching Source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BitBake's fetcher knows many protocols.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397031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HTTP/HTTPS tarball (most common)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SRC_URI = "https://example.com/proj-${PV}.tar.bz2"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Git repository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SRC_URI = "git://github.com/foo/bar.git;branch=main"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SRCREV = "abc123def456..."  # exact commit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PV = "1.0+git${SRCPV}"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Local file (relative to recipe directory)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SRC_URI = "file://my-script.sh"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Mixed sources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SRC_URI = "git://github.com/foo/bar.git;branch=main \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          file://0001-fix-build.patch \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          file://config.h"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SSH-backed git (corporate)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SRC_URI = "git://git@gitlab.company.com/team/proj.git;protocol=ssh;branch=main"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Patches and Checksums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Apply changes upstream-style; verify what you fetched.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3354765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2000" b="1" i="0">
                <a:solidFill>
                  <a:srgbClr val="CC0066"/>
                </a:solidFill>
                <a:latin typeface="Calibri"/>
              </a:rPr>
              <a:t>Patches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Files added to SRC_URI ending in .patch are auto-applied at do_patch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Naming convention: 0001-fix-build.patch, 0002-add-feature.patch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Generated by 'git format-patch' upstream</a:t>
            </a:r>
          </a:p>
          <a:p>
            <a:pPr>
              <a:spcAft>
                <a:spcPts val="400"/>
              </a:spcAft>
            </a:pPr>
            <a:r>
              <a:rPr sz="2000" b="1" i="0">
                <a:solidFill>
                  <a:srgbClr val="CC0066"/>
                </a:solidFill>
                <a:latin typeface="Calibri"/>
              </a:rPr>
              <a:t>Checksums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Required for any HTTP/HTTPS source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sha256sum is the modern choice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If you change SRC_URI without updating the checksum, build fails immediately</a:t>
            </a:r>
          </a:p>
          <a:p>
            <a:pPr>
              <a:spcAft>
                <a:spcPts val="400"/>
              </a:spcAft>
            </a:pPr>
            <a:r>
              <a:rPr sz="2000" b="1" i="0">
                <a:solidFill>
                  <a:srgbClr val="663399"/>
                </a:solidFill>
                <a:latin typeface="Calibri"/>
              </a:rPr>
              <a:t>Pro tip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onsolas"/>
              </a:rPr>
              <a:t>If you have a tarball, get its sha256 with:  sha256sum file.tar.gz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 err="1">
                <a:latin typeface="Calibri"/>
              </a:rPr>
              <a:t>do_install</a:t>
            </a:r>
            <a:r>
              <a:rPr sz="3200" b="1" dirty="0">
                <a:latin typeface="Calibri"/>
              </a:rPr>
              <a:t> and FILES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Where you decide what ships in the final package.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185761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do_install runs after do_compile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It populates ${D} (a fake root) with what the package should ship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do_install() {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   install -d ${D}${bindir}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   install -m 0755 ${B}/myapp ${D}${bindir}/myapp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   install -d ${D}${sysconfdir}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   install -m 0644 ${WORKDIR}/myapp.conf ${D}${sysconfdir}/myapp.conf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   install -d ${D}${systemd_unitdir}/system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   install -m 0644 ${WORKDIR}/myapp.service ${D}${systemd_unitdir}/system/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}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FILES tells the packager what to include in each package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FILES:${PN} = "${bindir}/myapp ${sysconfdir}/myapp.conf"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FILES:${PN} += "${systemd_unitdir}/system/myapp.service"</a:t>
            </a:r>
          </a:p>
          <a:p>
            <a:pPr>
              <a:spcAft>
                <a:spcPts val="0"/>
              </a:spcAft>
            </a:pPr>
            <a:r>
              <a:rPr sz="14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400" i="1">
                <a:solidFill>
                  <a:srgbClr val="808080"/>
                </a:solidFill>
                <a:latin typeface="Consolas"/>
              </a:rPr>
              <a:t># QA will WARN if files in ${D} are not listed in any FILES variable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 dirty="0">
                <a:latin typeface="Calibri"/>
              </a:rPr>
              <a:t>DEPENDS vs RDEPENDS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Two flavors of dependencies. Getting them right is critical.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5120640" cy="45720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CC0066"/>
                </a:solidFill>
                <a:latin typeface="Calibri"/>
              </a:rPr>
              <a:t>DEPENDS (build-time)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68880"/>
            <a:ext cx="4937760" cy="219034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'I need this to compile.'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Resolved before do_compile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Names are recipe BPN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Pulls headers + libs into sysroot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CC0066"/>
                </a:solidFill>
                <a:latin typeface="Calibri"/>
              </a:rPr>
              <a:t>Example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onsolas"/>
              </a:rPr>
              <a:t>DEPENDS = "openssl zlib glib-2.0"</a:t>
            </a:r>
          </a:p>
          <a:p>
            <a:pPr>
              <a:spcAft>
                <a:spcPts val="400"/>
              </a:spcAft>
            </a:pPr>
            <a:r>
              <a:rPr sz="1400" b="0" i="1">
                <a:solidFill>
                  <a:srgbClr val="333333"/>
                </a:solidFill>
                <a:latin typeface="Calibri"/>
              </a:rPr>
              <a:t>These don't ship; their dev headers do.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120640" cy="45720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800" b="1" i="0">
                <a:solidFill>
                  <a:srgbClr val="663399"/>
                </a:solidFill>
                <a:latin typeface="Calibri"/>
              </a:rPr>
              <a:t>RDEPENDS (runtime)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4937760" cy="2190343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1600" b="1" i="0">
                <a:solidFill>
                  <a:srgbClr val="333333"/>
                </a:solidFill>
                <a:latin typeface="Calibri"/>
              </a:rPr>
              <a:t>'My package needs this on the device.'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Resolved at packaging time</a:t>
            </a:r>
          </a:p>
          <a:p>
            <a:pPr>
              <a:spcAft>
                <a:spcPts val="4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Names are package PN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• Pulls runtime packages into rootfs</a:t>
            </a:r>
          </a:p>
          <a:p>
            <a:pPr>
              <a:spcAft>
                <a:spcPts val="400"/>
              </a:spcAft>
            </a:pPr>
            <a:r>
              <a:rPr sz="1600" b="1" i="0">
                <a:solidFill>
                  <a:srgbClr val="663399"/>
                </a:solidFill>
                <a:latin typeface="Calibri"/>
              </a:rPr>
              <a:t>Example</a:t>
            </a:r>
          </a:p>
          <a:p>
            <a:pPr>
              <a:spcAft>
                <a:spcPts val="800"/>
              </a:spcAft>
            </a:pPr>
            <a:r>
              <a:rPr sz="1400" b="0" i="0">
                <a:solidFill>
                  <a:srgbClr val="333333"/>
                </a:solidFill>
                <a:latin typeface="Consolas"/>
              </a:rPr>
              <a:t>RDEPENDS:${PN} = "python3-core nginx"</a:t>
            </a:r>
          </a:p>
          <a:p>
            <a:pPr>
              <a:spcAft>
                <a:spcPts val="400"/>
              </a:spcAft>
            </a:pPr>
            <a:r>
              <a:rPr sz="1400" b="0" i="1">
                <a:solidFill>
                  <a:srgbClr val="333333"/>
                </a:solidFill>
                <a:latin typeface="Calibri"/>
              </a:rPr>
              <a:t>Without it, your package installs but fails at runtime.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50779" y="5989320"/>
            <a:ext cx="10515600" cy="36576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rIns="228600" rtlCol="0" anchor="ctr"/>
          <a:lstStyle/>
          <a:p>
            <a:pPr algn="l"/>
            <a:r>
              <a:rPr sz="1300" b="1" dirty="0">
                <a:solidFill>
                  <a:srgbClr val="663399"/>
                </a:solidFill>
                <a:latin typeface="Calibri"/>
              </a:rPr>
              <a:t>90% of 'works on host, fails on target' bugs trace to missing RDEPENDS.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local.conf, bblayers.conf are your build cockpit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Distro and machine configs are reusable policy + hardware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Every recipe has the same skeleton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Metadata, SRC_URI, S, dependencies, do_install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SRC_URI fetches; SRC_URI[sha256sum] verifies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Multiple sources can be combined; patches apply automatically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do_install populates ${D}; FILES decides what ships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Mismatch produces QA warnings — read them, don't ignore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DEPENDS = build; RDEPENDS = runtime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Both are needed for a properly functioning shipped binary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lIns="228600" rtlCol="0" anchor="ctr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Recipes — Part 2 (60 min) — packaging and image composition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620</TotalTime>
  <Words>1193</Words>
  <Application>Microsoft Office PowerPoint</Application>
  <PresentationFormat>Widescreen</PresentationFormat>
  <Paragraphs>161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Arial</vt:lpstr>
      <vt:lpstr>Calibri</vt:lpstr>
      <vt:lpstr>Century Gothic</vt:lpstr>
      <vt:lpstr>Consolas</vt:lpstr>
      <vt:lpstr>Trebuchet MS</vt:lpstr>
      <vt:lpstr>Wingdings</vt:lpstr>
      <vt:lpstr>Office Theme</vt:lpstr>
      <vt:lpstr>Recipes: Part 1</vt:lpstr>
      <vt:lpstr>Session Agenda</vt:lpstr>
      <vt:lpstr>Workspace Files</vt:lpstr>
      <vt:lpstr>Distro and Machine Configs</vt:lpstr>
      <vt:lpstr>Anatomy of a Recipe</vt:lpstr>
      <vt:lpstr>SRC_URI: Fetching Source</vt:lpstr>
      <vt:lpstr>Patches and Checksums</vt:lpstr>
      <vt:lpstr>do_install and FILES</vt:lpstr>
      <vt:lpstr>DEPENDS vs RDEPENDS</vt:lpstr>
      <vt:lpstr>Session Summary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biju mk</cp:lastModifiedBy>
  <cp:revision>690</cp:revision>
  <dcterms:created xsi:type="dcterms:W3CDTF">2013-11-03T09:32:00Z</dcterms:created>
  <dcterms:modified xsi:type="dcterms:W3CDTF">2026-06-10T01:34:36Z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