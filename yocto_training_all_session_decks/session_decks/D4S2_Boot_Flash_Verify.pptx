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Boot, Flash, Verify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4 • Session 2 • 75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From image artifact to a working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Boot flow on a real device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Flashing — wic, sdcard, raw partitions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First-boot checklist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Common bring-up failures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Validating the boot was clean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Boot Flow on a Real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happens between power and login.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Reset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3941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3941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Vendor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8406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SPL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840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Stage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2871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U-Boot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2871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Stage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17336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Init HW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51800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initramfs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1800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Mount 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systemd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626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Services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0731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login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0731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57600"/>
            <a:ext cx="10515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Stages to remember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Vendor ROM (BootROM): vendor's first-stage; usually unmodifiable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SPL: minimal loader that brings up DRAM and loads U-Boot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U-Boot: loads kernel + DTB + initramfs; passes bootargs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Kernel: initializes hardware, mounts root filesystem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systemd: starts services per unit dependencies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If boot fails, identify which stage. The fix lives in that stage.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Flashing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common paths from .wic to a bootable device.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bmaptool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Faster than dd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WIC images with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.bmap files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Skips unallocated blocks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Command: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bmaptool copy \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  image.wic.bz2 /dev/sdX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Typical for SD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dd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Universal fallback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Everywhere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Works with any image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type and any target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Command: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sudo dd if=img.wic \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  of=/dev/sdX bs=4M \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  status=progress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Slower than bmaptool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vendor flasher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SoC-specific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Specific SoC vendor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tools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uuu (NXP i.MX)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mfgtool (NXP)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rkdeveloptool (Rockchip)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STM32CubeProgrammer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Required for some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First-Boot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to verify in the first 60 seconds after powering 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1. Did we even boot? Check serial console.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Should see kernel messages and a login prompt.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2. Time and date sane?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date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If off, NTP didn't start, or RTC is missing/broken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3. Network up?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ip addr show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ping -c 2 8.8.8.8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4. All filesystems mounted?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df -h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Look for / and /data (or whatever your layout uses)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5. CPU and memory healthy?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free -h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cat /proc/loadavg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6. Any kernel errors or warnings?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dmesg --level=err,warn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7. systemd happy?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--failed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is-system-running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Common Bring-Up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goes wrong on first boot — and what to look 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Stuck at U-Boot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Kernel/DTB not found at expected path. Check bootargs and partition mounts in U-Boot.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Kernel panics on mount root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rootfstype, root path wrong, or rootwait missing. Inspect APPEND.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Black screen, no serial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Wrong console= argument; or earlycon not enabled. Check cmdline.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Boots but no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Driver missing, MAC not set, no DHCP. Check dmesg, ip link, journalctl -u systemd-networkd.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systemd hangs forever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Failed dependency, missing service file, or bad mount. Try systemd.debug-shell=1.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Validating a Clean Boot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Beyond 'it booted' — what does 'clean' actually mean?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Clean boot checklist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No failed units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--failed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Output should be: '0 loaded units listed.'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No kernel errors or warnings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dmesg --level=err,warn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Should be empty or only known-acceptable lines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Boot completed within target time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systemd-analyze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systemd-analyze blame | head -10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All expected services running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status nginx hello-trainergw chronyd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Verify CVE/SBOM artifacts are present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ls /usr/share/common-licenses/ 2&gt;/dev/null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test -f /etc/os-release &amp;&amp; cat /etc/os-release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Confirm no unexpected processes (Yocto images are minimal)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ps aux | wc -l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Boot has stages; bug fixes live in the right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ROM → SPL → U-Boot → Kernel → initramfs → systemd →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flash methods cover almost any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bmaptool fastest; dd universal; vendor tool for special SoCs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First-boot checklist is ~7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date, ip, df, free, dmesg, systemctl --failed — 60 seconds 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Common failures cluster around 5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Boot args, root mount, console, network init, systemd deps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'Clean boot' is verifiable, not vibes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No failed units, no kernel errors, expected boot time, all services 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Day-to-day operations (105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