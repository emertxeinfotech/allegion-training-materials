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1007" r:id="rId2"/>
    <p:sldId id="1008" r:id="rId3"/>
    <p:sldId id="1009" r:id="rId4"/>
    <p:sldId id="1010" r:id="rId5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68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Day 2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Recap of Day 1, plan for Day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Quick recap — Day 1 takeaways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Any unresolved questions?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Day 2 plan overview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Environment check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Day 1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What You Now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A 30-second tour of yesterday.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Linux on embedded vs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Resource constraints, cross-compile, headless reality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65176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Yocto = framework, not distro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962656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Poky + BitBake + layers; you compose your 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29000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42900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BitBake parses, plans, executes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39896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Task graph + sstate cache = scalable builds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06240"/>
            <a:ext cx="457200" cy="548640"/>
          </a:xfrm>
          <a:prstGeom prst="round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206240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CC0066"/>
                </a:solidFill>
                <a:latin typeface="Calibri"/>
              </a:rPr>
              <a:t>First custom image built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517136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meta-trainerdemo + hello-trainergw in your IMAGE_INSTALL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Day 2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Heavy on recipes and the build pipeline. Hands-on at the 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20640" cy="41148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011679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Morning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937760" cy="185178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9:15 – 10:30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Recipes Part 1 — workspace and anatomy</a:t>
            </a:r>
          </a:p>
          <a:p>
            <a:pPr>
              <a:spcAft>
                <a:spcPts val="2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10:45 – 11:45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Recipes Part 2 — packaging and image composition</a:t>
            </a:r>
          </a:p>
          <a:p>
            <a:pPr>
              <a:spcAft>
                <a:spcPts val="2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11:45 – 13:00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BSP and kernel integration intro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74519"/>
            <a:ext cx="5120640" cy="41148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2011679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Afternoon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560320"/>
            <a:ext cx="4937760" cy="209801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14:00 – 15:00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Build debugging — diagnose failures fast</a:t>
            </a:r>
          </a:p>
          <a:p>
            <a:pPr>
              <a:spcAft>
                <a:spcPts val="2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15:15 – 16:45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Performance &amp; scalability — sstate, parallelism, hash equivalence</a:t>
            </a:r>
          </a:p>
          <a:p>
            <a:pPr>
              <a:spcAft>
                <a:spcPts val="2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16:45 – 17:30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Hands-on lab — apply everything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186</Words>
  <Application>Microsoft Office PowerPoint</Application>
  <PresentationFormat>Widescreen</PresentationFormat>
  <Paragraphs>37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Century Gothic</vt:lpstr>
      <vt:lpstr>Trebuchet MS</vt:lpstr>
      <vt:lpstr>Wingdings</vt:lpstr>
      <vt:lpstr>Office Theme</vt:lpstr>
      <vt:lpstr>Day 2 Kickoff</vt:lpstr>
      <vt:lpstr>Session Agenda</vt:lpstr>
      <vt:lpstr>Day 1: What You Now Know</vt:lpstr>
      <vt:lpstr>Day 2 Plan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687</cp:revision>
  <dcterms:created xsi:type="dcterms:W3CDTF">2013-11-03T09:32:00Z</dcterms:created>
  <dcterms:modified xsi:type="dcterms:W3CDTF">2026-06-10T04:08:06Z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