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007" r:id="rId18"/>
    <p:sldId id="1008" r:id="rId19"/>
    <p:sldId id="1009" r:id="rId20"/>
    <p:sldId id="1010" r:id="rId21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92" d="100"/>
          <a:sy n="92" d="100"/>
        </p:scale>
        <p:origin x="1110" y="306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Day 2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i="1">
                <a:solidFill>
                  <a:srgbClr val="FFFFFF"/>
                </a:solidFill>
                <a:latin typeface="Calibri"/>
              </a:rPr>
              <a:t>Day 2 • Session 1 • 15 minutes</a:t>
            </a:r>
          </a:p>
          <a:p>
            <a:r>
              <a:rPr sz="1800">
                <a:solidFill>
                  <a:srgbClr val="FFFFFF"/>
                </a:solidFill>
                <a:latin typeface="Calibri"/>
              </a:rPr>
              <a:t>Recap of Day 1, plan for Day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1.  Quick recap — Day 1 takeaways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2.  Any unresolved questions?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3.  Day 2 plan overview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4.  Environment check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Day 1 — What You Now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A 30-second tour of yesterday.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C0066"/>
                </a:solidFill>
                <a:latin typeface="Calibri"/>
              </a:rPr>
              <a:t>Linux on embedded vs desktop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Resource constraints, cross-compile, headless reality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51760"/>
            <a:ext cx="457200" cy="54864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65176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C0066"/>
                </a:solidFill>
                <a:latin typeface="Calibri"/>
              </a:rPr>
              <a:t>Yocto = framework, not distro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962656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Poky + BitBake + layers; you compose your product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29000"/>
            <a:ext cx="457200" cy="54864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42900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C0066"/>
                </a:solidFill>
                <a:latin typeface="Calibri"/>
              </a:rPr>
              <a:t>BitBake parses, plans, executes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739896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Task graph + sstate cache = scalable builds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06240"/>
            <a:ext cx="457200" cy="54864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20624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CC0066"/>
                </a:solidFill>
                <a:latin typeface="Calibri"/>
              </a:rPr>
              <a:t>First custom image built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517136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meta-trainerdemo + hello-trainergw in your IMAGE_INSTALL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Day 2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Heavy on recipes and the build pipeline. Hands-on at the 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5120640" cy="411480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79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CC0066"/>
                </a:solidFill>
                <a:latin typeface="Calibri"/>
              </a:rPr>
              <a:t>Morning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4937760" cy="333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CC0066"/>
                </a:solidFill>
                <a:latin typeface="Calibri"/>
              </a:rPr>
              <a:t>9:15 – 10:30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Recipes Part 1 — workspace and anatomy</a:t>
            </a:r>
          </a:p>
          <a:p>
            <a:pPr>
              <a:spcAft>
                <a:spcPts val="200"/>
              </a:spcAft>
            </a:pPr>
            <a:r>
              <a:rPr sz="1300" b="1" i="0">
                <a:solidFill>
                  <a:srgbClr val="CC0066"/>
                </a:solidFill>
                <a:latin typeface="Calibri"/>
              </a:rPr>
              <a:t>10:45 – 11:45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Recipes Part 2 — packaging and image composition</a:t>
            </a:r>
          </a:p>
          <a:p>
            <a:pPr>
              <a:spcAft>
                <a:spcPts val="200"/>
              </a:spcAft>
            </a:pPr>
            <a:r>
              <a:rPr sz="1300" b="1" i="0">
                <a:solidFill>
                  <a:srgbClr val="CC0066"/>
                </a:solidFill>
                <a:latin typeface="Calibri"/>
              </a:rPr>
              <a:t>11:45 – 13:00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BSP and kernel integration intro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5120640" cy="411480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79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663399"/>
                </a:solidFill>
                <a:latin typeface="Calibri"/>
              </a:rPr>
              <a:t>Afternoon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4937760" cy="333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663399"/>
                </a:solidFill>
                <a:latin typeface="Calibri"/>
              </a:rPr>
              <a:t>14:00 – 15:00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Build debugging — diagnose failures fast</a:t>
            </a:r>
          </a:p>
          <a:p>
            <a:pPr>
              <a:spcAft>
                <a:spcPts val="200"/>
              </a:spcAft>
            </a:pPr>
            <a:r>
              <a:rPr sz="1300" b="1" i="0">
                <a:solidFill>
                  <a:srgbClr val="663399"/>
                </a:solidFill>
                <a:latin typeface="Calibri"/>
              </a:rPr>
              <a:t>15:15 – 16:45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Performance &amp; scalability — sstate, parallelism, hash equivalence</a:t>
            </a:r>
          </a:p>
          <a:p>
            <a:pPr>
              <a:spcAft>
                <a:spcPts val="200"/>
              </a:spcAft>
            </a:pPr>
            <a:r>
              <a:rPr sz="1300" b="1" i="0">
                <a:solidFill>
                  <a:srgbClr val="663399"/>
                </a:solidFill>
                <a:latin typeface="Calibri"/>
              </a:rPr>
              <a:t>16:45 – 17:30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Hands-on lab — apply everything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88</Words>
  <Application>Microsoft Office PowerPoint</Application>
  <PresentationFormat>Widescreen</PresentationFormat>
  <Paragraphs>16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Trebuchet MS</vt:lpstr>
      <vt:lpstr>Wingdings</vt:lpstr>
      <vt:lpstr>Office Theme</vt:lpstr>
      <vt:lpstr>Main Title &amp; Subtitle </vt:lpstr>
      <vt:lpstr>Agenda Slide</vt:lpstr>
      <vt:lpstr>Subsection - Slide</vt:lpstr>
      <vt:lpstr>Slide Title</vt:lpstr>
      <vt:lpstr>Stay connected</vt:lpstr>
      <vt:lpstr>PowerPoint Presentation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Jayakumar Balasubramanian</cp:lastModifiedBy>
  <cp:revision>686</cp:revision>
  <dcterms:created xsi:type="dcterms:W3CDTF">2013-11-03T09:32:00Z</dcterms:created>
  <dcterms:modified xsi:type="dcterms:W3CDTF">2025-07-13T07:41:11Z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